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ae0f732cc8e44b65" /><Relationship Type="http://schemas.openxmlformats.org/officeDocument/2006/relationships/extended-properties" Target="/docProps/app.xml" Id="R8c5cea6aa25949c7" /><Relationship Type="http://schemas.openxmlformats.org/officeDocument/2006/relationships/officeDocument" Target="/ppt/presentation.xml" Id="R52021877133045bb" /></Relationships>
</file>

<file path=ppt/presentation.xml><?xml version="1.0" encoding="utf-8"?>
<p:presentation xmlns:p="http://schemas.openxmlformats.org/presentationml/2006/main">
  <p:sldMasterIdLst>
    <p:sldMasterId xmlns:r="http://schemas.openxmlformats.org/officeDocument/2006/relationships" id="2147483648" r:id="R41f1e256516e428f"/>
  </p:sldMasterIdLst>
  <p:notesMasterIdLst>
    <p:notesMasterId xmlns:r="http://schemas.openxmlformats.org/officeDocument/2006/relationships" r:id="Rf7f218ef27a1464c"/>
  </p:notesMasterIdLst>
  <p:sldIdLst>
    <p:sldId xmlns:r="http://schemas.openxmlformats.org/officeDocument/2006/relationships" id="256" r:id="Rcd3621a892804542"/>
    <p:sldId xmlns:r="http://schemas.openxmlformats.org/officeDocument/2006/relationships" id="257" r:id="R27192873e020436c"/>
    <p:sldId xmlns:r="http://schemas.openxmlformats.org/officeDocument/2006/relationships" id="258" r:id="R48e77b40982441b1"/>
    <p:sldId xmlns:r="http://schemas.openxmlformats.org/officeDocument/2006/relationships" id="259" r:id="R7ec07568bd5c4f2d"/>
    <p:sldId xmlns:r="http://schemas.openxmlformats.org/officeDocument/2006/relationships" id="260" r:id="R90a78b09fb074c0d"/>
    <p:sldId xmlns:r="http://schemas.openxmlformats.org/officeDocument/2006/relationships" id="261" r:id="Ra431cb7a63ba47cd"/>
    <p:sldId xmlns:r="http://schemas.openxmlformats.org/officeDocument/2006/relationships" id="262" r:id="R741cb6cb444349fe"/>
    <p:sldId xmlns:r="http://schemas.openxmlformats.org/officeDocument/2006/relationships" id="263" r:id="R68490c3dcd354be5"/>
    <p:sldId xmlns:r="http://schemas.openxmlformats.org/officeDocument/2006/relationships" id="264" r:id="R9aa2b61d6c1b492f"/>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98669346afca4422" /><Relationship Type="http://schemas.openxmlformats.org/officeDocument/2006/relationships/slideMaster" Target="/ppt/slideMasters/slideMaster1.xml" Id="R41f1e256516e428f" /><Relationship Type="http://schemas.openxmlformats.org/officeDocument/2006/relationships/notesMaster" Target="/ppt/notesMasters/notesMaster1.xml" Id="Rf7f218ef27a1464c" /><Relationship Type="http://schemas.openxmlformats.org/officeDocument/2006/relationships/presProps" Target="/ppt/presProps.xml" Id="R49afc19abad84664" /><Relationship Type="http://schemas.openxmlformats.org/officeDocument/2006/relationships/tableStyles" Target="/ppt/tableStyles.xml" Id="Rf3d889c7817c4555" /><Relationship Type="http://schemas.openxmlformats.org/officeDocument/2006/relationships/slide" Target="/ppt/slides/slide1.xml" Id="Rcd3621a892804542" /><Relationship Type="http://schemas.openxmlformats.org/officeDocument/2006/relationships/slide" Target="/ppt/slides/slide2.xml" Id="R27192873e020436c" /><Relationship Type="http://schemas.openxmlformats.org/officeDocument/2006/relationships/slide" Target="/ppt/slides/slide3.xml" Id="R48e77b40982441b1" /><Relationship Type="http://schemas.openxmlformats.org/officeDocument/2006/relationships/slide" Target="/ppt/slides/slide4.xml" Id="R7ec07568bd5c4f2d" /><Relationship Type="http://schemas.openxmlformats.org/officeDocument/2006/relationships/slide" Target="/ppt/slides/slide5.xml" Id="R90a78b09fb074c0d" /><Relationship Type="http://schemas.openxmlformats.org/officeDocument/2006/relationships/slide" Target="/ppt/slides/slide6.xml" Id="Ra431cb7a63ba47cd" /><Relationship Type="http://schemas.openxmlformats.org/officeDocument/2006/relationships/slide" Target="/ppt/slides/slide7.xml" Id="R741cb6cb444349fe" /><Relationship Type="http://schemas.openxmlformats.org/officeDocument/2006/relationships/slide" Target="/ppt/slides/slide8.xml" Id="R68490c3dcd354be5" /><Relationship Type="http://schemas.openxmlformats.org/officeDocument/2006/relationships/slide" Target="/ppt/slides/slide9.xml" Id="R9aa2b61d6c1b492f"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f7f17365fbb44eab"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b2c78797c18a4386" /><Relationship Type="http://schemas.openxmlformats.org/officeDocument/2006/relationships/notesMaster" Target="/ppt/notesMasters/notesMaster1.xml" Id="Rd17d9b8ab25f44cf" /></Relationships>
</file>

<file path=ppt/notesSlides/_rels/notesSlide2.xml.rels>&#65279;<?xml version="1.0" encoding="utf-8"?><Relationships xmlns="http://schemas.openxmlformats.org/package/2006/relationships"><Relationship Type="http://schemas.openxmlformats.org/officeDocument/2006/relationships/slide" Target="/ppt/slides/slide2.xml" Id="R00c960938bd0453f" /><Relationship Type="http://schemas.openxmlformats.org/officeDocument/2006/relationships/notesMaster" Target="/ppt/notesMasters/notesMaster1.xml" Id="R209c89de6e144b26" /></Relationships>
</file>

<file path=ppt/notesSlides/_rels/notesSlide3.xml.rels>&#65279;<?xml version="1.0" encoding="utf-8"?><Relationships xmlns="http://schemas.openxmlformats.org/package/2006/relationships"><Relationship Type="http://schemas.openxmlformats.org/officeDocument/2006/relationships/slide" Target="/ppt/slides/slide3.xml" Id="Rdad05a1eb9c949d9" /><Relationship Type="http://schemas.openxmlformats.org/officeDocument/2006/relationships/notesMaster" Target="/ppt/notesMasters/notesMaster1.xml" Id="Rd4d25319b17e4638" /></Relationships>
</file>

<file path=ppt/notesSlides/_rels/notesSlide4.xml.rels>&#65279;<?xml version="1.0" encoding="utf-8"?><Relationships xmlns="http://schemas.openxmlformats.org/package/2006/relationships"><Relationship Type="http://schemas.openxmlformats.org/officeDocument/2006/relationships/slide" Target="/ppt/slides/slide4.xml" Id="Rf530f09a7d39490d" /><Relationship Type="http://schemas.openxmlformats.org/officeDocument/2006/relationships/notesMaster" Target="/ppt/notesMasters/notesMaster1.xml" Id="Rbe9366b9494947bd" /></Relationships>
</file>

<file path=ppt/notesSlides/_rels/notesSlide5.xml.rels>&#65279;<?xml version="1.0" encoding="utf-8"?><Relationships xmlns="http://schemas.openxmlformats.org/package/2006/relationships"><Relationship Type="http://schemas.openxmlformats.org/officeDocument/2006/relationships/slide" Target="/ppt/slides/slide5.xml" Id="Rb0b54a6d00884d05" /><Relationship Type="http://schemas.openxmlformats.org/officeDocument/2006/relationships/notesMaster" Target="/ppt/notesMasters/notesMaster1.xml" Id="Rdc958ed1c528473e" /></Relationships>
</file>

<file path=ppt/notesSlides/_rels/notesSlide6.xml.rels>&#65279;<?xml version="1.0" encoding="utf-8"?><Relationships xmlns="http://schemas.openxmlformats.org/package/2006/relationships"><Relationship Type="http://schemas.openxmlformats.org/officeDocument/2006/relationships/slide" Target="/ppt/slides/slide6.xml" Id="Rf068d6152a9145ae" /><Relationship Type="http://schemas.openxmlformats.org/officeDocument/2006/relationships/notesMaster" Target="/ppt/notesMasters/notesMaster1.xml" Id="R8144aa4b70cd4e61" /></Relationships>
</file>

<file path=ppt/notesSlides/_rels/notesSlide7.xml.rels>&#65279;<?xml version="1.0" encoding="utf-8"?><Relationships xmlns="http://schemas.openxmlformats.org/package/2006/relationships"><Relationship Type="http://schemas.openxmlformats.org/officeDocument/2006/relationships/slide" Target="/ppt/slides/slide7.xml" Id="R448e4dd319d94acf" /><Relationship Type="http://schemas.openxmlformats.org/officeDocument/2006/relationships/notesMaster" Target="/ppt/notesMasters/notesMaster1.xml" Id="R6b8ca83586a2446e" /></Relationships>
</file>

<file path=ppt/notesSlides/_rels/notesSlide8.xml.rels>&#65279;<?xml version="1.0" encoding="utf-8"?><Relationships xmlns="http://schemas.openxmlformats.org/package/2006/relationships"><Relationship Type="http://schemas.openxmlformats.org/officeDocument/2006/relationships/slide" Target="/ppt/slides/slide8.xml" Id="R7d4701d58fa54e77" /><Relationship Type="http://schemas.openxmlformats.org/officeDocument/2006/relationships/notesMaster" Target="/ppt/notesMasters/notesMaster1.xml" Id="R25b0fc68bebc4cd8" /></Relationships>
</file>

<file path=ppt/notesSlides/_rels/notesSlide9.xml.rels>&#65279;<?xml version="1.0" encoding="utf-8"?><Relationships xmlns="http://schemas.openxmlformats.org/package/2006/relationships"><Relationship Type="http://schemas.openxmlformats.org/officeDocument/2006/relationships/slide" Target="/ppt/slides/slide9.xml" Id="R750655905cbb47a1" /><Relationship Type="http://schemas.openxmlformats.org/officeDocument/2006/relationships/notesMaster" Target="/ppt/notesMasters/notesMaster1.xml" Id="Rb65b486b9c7348e8"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45 seconds. Team FinVeritas, International AI Topic C. This is a real internal simulator demonstration, not a live payment product. No external partner or bank ownership verification is claimed. Source: AUDIT/FINAL_RELEASE_VERDICT.md.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60 seconds. Explain the concrete problem using this system: source invoice, payee, fee quote and student consent must agree. Different upstream facts can invalidate a previously reasonable plan. No invented market-size or fraud-savings statistic is used.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55 seconds. Screenshot from actual native Next.js production server. New synthetic user account before case creation; zero counts are read from backend cases/documents, not marketing counters. The same account API powers /demo. Sources: AUDIT/evidence/native_final/report.json and next_dashboard.png.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75 seconds. Read-only model tools cannot grant transaction consent. BPCE re-parses original bytes and compares source-set, case, payee, quote and approval. Database transactions/idempotency protect retries. These are established security techniques adapted to this scenario, not a new cryptographic protocol. Sources: services/api/app/finance.py, bpce.py, audit.py, security.py and AUDIT/FINANCIAL_SECURITY_TESTS.md.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60 seconds. The displayed result is generated by the application and stored in SQLite. This is no bank or provider sandbox connection. The API acceptance also restarts Uvicorn and reads back receipt and balance. Source: native_final/FRESH-GBP_receipt.json and report.json.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60 seconds. A separate new case receives a fresh invoice with conflicting amount labels. The parser asks for clarification and quote creation stays disabled. This screenshot is an actual browser state; no success UI was fabricated. Source: native_final/next_conflict_details.png, report.json, inputs/fresh_contradiction.txt.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80 seconds. These are authored synthetic offline policy proxies, not real LLM or AP2 implementations. Original 300 cases, 60 holdout; BPCE accepts 5/48 unsafe cases and rejects 3/12 legitimate cases. Added 96 frozen rows have 24 holdout. Same generator templates limit generalization, IDs expose families, labels are not independently adjudicated. Sources: research/original_reproduction/holdout_results.json and methodology_and_results.json. Prior art reviewed at abstract/README level: https://arxiv.org/abs/2609.00060 , https://arxiv.org/abs/2604.15367 , https://arxiv.org/abs/2406.13352 , https://aclanthology.org/2024.findings-acl.624/ , https://github.com/google-agentic-commerce/AP2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60 seconds. Actual Work localhost model probe returned connection refused. UI reports 503. We do not replace that with a canned answer. The included local script creates synthetic input and captures 8 actual Qwen requests, read-only tool traces, model identity and latency. Human answer/citation scoring is not automatic. The user laptop can run it with Ollama qwen3:4b. Sources: live_model_preflight.json and scripts/validate_local_agent.py.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65 seconds. Readiness applies to the internal local demo. No deployment, GitHub push, organizer message, real transfer or charge occurred. Production is blocked by absent external financial/legal evidence, durable cloud document storage, executed PostgreSQL/Docker checks and live Qwen validation. Lint has 11 retained performance/dependency warnings, no lint errors. The clean evidence should be rechecked if numbers change. Sources: AUDIT/FINAL_RELEASE_VERDICT.md, FRONTEND_PRODUCTION_BUILD.md, RENDER_READINESS.md and clean logs.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05558064fdb548bd"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07732ad68bd24572"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950fd9fe57694cb1"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4157bcdcc18e41e7"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25400aca5a664761"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4d45a2f64b6c45a0"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20F7A85-3D47-4E8E-9D57-20DA43A27984}"/>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FF532957-ACE8-4BAF-97D9-BBC7B92FAE66}"/>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FDC63401-C960-446D-A520-9A455C3EFFCC}"/>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B6749E65-CFC3-4365-B553-4C8576E0A4C2}"/>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FE4E5954-3D2D-4A03-82B8-D5A68B31F5ED}"/>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5C0AF7D0-A5C3-45A5-827B-2A961BA6F1D9}"/>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79C07A5B-289C-4363-ACE3-7BC962D67800}"/>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BF42C80F-609C-4FE1-924A-1BE8197B6C54}"/>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50F6EDD-C711-426F-A7B0-C548A3A7BB5B}"/>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4AB7C48C-581F-4C52-BAF2-7558374FF68F}"/>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a19e89a753544954" /><Relationship Type="http://schemas.openxmlformats.org/officeDocument/2006/relationships/slideLayout" Target="/ppt/slideLayouts/slideLayout1.xml" Id="R03f211d553e046fe" /><Relationship Type="http://schemas.openxmlformats.org/officeDocument/2006/relationships/slideLayout" Target="/ppt/slideLayouts/slideLayout2.xml" Id="Ra92224c879ee490e" /><Relationship Type="http://schemas.openxmlformats.org/officeDocument/2006/relationships/slideLayout" Target="/ppt/slideLayouts/slideLayout3.xml" Id="Rc90d74b433bf4129" /><Relationship Type="http://schemas.openxmlformats.org/officeDocument/2006/relationships/slideLayout" Target="/ppt/slideLayouts/slideLayout4.xml" Id="R5ee8ed802e664273" /><Relationship Type="http://schemas.openxmlformats.org/officeDocument/2006/relationships/slideLayout" Target="/ppt/slideLayouts/slideLayout5.xml" Id="R08505a6373c644ab" /><Relationship Type="http://schemas.openxmlformats.org/officeDocument/2006/relationships/slideLayout" Target="/ppt/slideLayouts/slideLayout6.xml" Id="R774e981006c24243"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3f211d553e046fe"/>
    <p:sldLayoutId xmlns:r="http://schemas.openxmlformats.org/officeDocument/2006/relationships" id="2147483650" r:id="Ra92224c879ee490e"/>
    <p:sldLayoutId xmlns:r="http://schemas.openxmlformats.org/officeDocument/2006/relationships" id="2147483651" r:id="Rc90d74b433bf4129"/>
    <p:sldLayoutId xmlns:r="http://schemas.openxmlformats.org/officeDocument/2006/relationships" id="2147483652" r:id="R5ee8ed802e664273"/>
    <p:sldLayoutId xmlns:r="http://schemas.openxmlformats.org/officeDocument/2006/relationships" id="2147483653" r:id="R08505a6373c644ab"/>
    <p:sldLayoutId xmlns:r="http://schemas.openxmlformats.org/officeDocument/2006/relationships" id="2147483654" r:id="R774e981006c24243"/>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c824a3c0fbd44b3e" /><Relationship Type="http://schemas.openxmlformats.org/officeDocument/2006/relationships/notesSlide" Target="/ppt/notesSlides/notesSlide1.xml" Id="R0738067b2e384839"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45e5668905fa4452" /><Relationship Type="http://schemas.openxmlformats.org/officeDocument/2006/relationships/notesSlide" Target="/ppt/notesSlides/notesSlide2.xml" Id="R1e93107a19284ed5"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e9c3065a56434620" /><Relationship Type="http://schemas.openxmlformats.org/officeDocument/2006/relationships/image" Target="/ppt/media/image.png" Id="R3b51e698b27542e7" /><Relationship Type="http://schemas.openxmlformats.org/officeDocument/2006/relationships/notesSlide" Target="/ppt/notesSlides/notesSlide3.xml" Id="Rdb88440d63f345c7"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4c3af934947a4922" /><Relationship Type="http://schemas.openxmlformats.org/officeDocument/2006/relationships/notesSlide" Target="/ppt/notesSlides/notesSlide4.xml" Id="R5374f5ae2c0a447e"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f897296684154b83" /><Relationship Type="http://schemas.openxmlformats.org/officeDocument/2006/relationships/image" Target="/ppt/media/image2.png" Id="Rdf4b8b815cdc4418" /><Relationship Type="http://schemas.openxmlformats.org/officeDocument/2006/relationships/notesSlide" Target="/ppt/notesSlides/notesSlide5.xml" Id="R4fcade5d987b4d0e"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b179dbae990b43f5" /><Relationship Type="http://schemas.openxmlformats.org/officeDocument/2006/relationships/image" Target="/ppt/media/image3.png" Id="Re563ceaa25fa4db1" /><Relationship Type="http://schemas.openxmlformats.org/officeDocument/2006/relationships/notesSlide" Target="/ppt/notesSlides/notesSlide6.xml" Id="Rf23e2a179f3548bf"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51bd692182e64860" /><Relationship Type="http://schemas.openxmlformats.org/officeDocument/2006/relationships/notesSlide" Target="/ppt/notesSlides/notesSlide7.xml" Id="R9eba8271dc084eef"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5804ae6a5f564008" /><Relationship Type="http://schemas.openxmlformats.org/officeDocument/2006/relationships/image" Target="/ppt/media/image4.png" Id="R9618c9bb59ac48a2" /><Relationship Type="http://schemas.openxmlformats.org/officeDocument/2006/relationships/notesSlide" Target="/ppt/notesSlides/notesSlide8.xml" Id="Rcdeb1389d33b47bc"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dde7314b0eba4256" /><Relationship Type="http://schemas.openxmlformats.org/officeDocument/2006/relationships/notesSlide" Target="/ppt/notesSlides/notesSlide9.xml" Id="Rf670900b076c4387" /></Relationships>
</file>

<file path=ppt/slides/slide1.xml><?xml version="1.0" encoding="utf-8"?>
<p:sld xmlns:p="http://schemas.openxmlformats.org/presentationml/2006/main">
  <p:cSld>
    <p:bg>
      <p:bgPr>
        <a:solidFill xmlns:a="http://schemas.openxmlformats.org/drawingml/2006/main">
          <a:srgbClr val="071522"/>
        </a:solidFill>
      </p:bgPr>
    </p:bg>
    <p:spTree>
      <p:nvGrpSpPr>
        <p:cNvPr id="1" name=""/>
        <p:cNvGrpSpPr/>
        <p:nvPr/>
      </p:nvGrpSpPr>
      <p:grpSpPr>
        <a:xfrm xmlns:a="http://schemas.openxmlformats.org/drawingml/2006/main"/>
      </p:grpSpPr>
      <p:sp>
        <p:nvSpPr>
          <p:cNvPr id="7" name="text-0">
            <a:extLst xmlns:a="http://schemas.openxmlformats.org/drawingml/2006/main">
              <a:ext uri="{FF2B5EF4-FFF2-40B4-BE49-F238E27FC236}">
                <a16:creationId xmlns:a16="http://schemas.microsoft.com/office/drawing/2014/main" id="{8A1DE17D-E456-4571-9940-8948C13BCE72}"/>
              </a:ext>
            </a:extLst>
          </p:cNvPr>
          <p:cNvSpPr>
            <a:spLocks xmlns:a="http://schemas.openxmlformats.org/drawingml/2006/main" noGrp="1"/>
          </p:cNvSpPr>
          <p:nvPr/>
        </p:nvSpPr>
        <p:spPr>
          <a:xfrm xmlns:a="http://schemas.openxmlformats.org/drawingml/2006/main">
            <a:off x="609600" y="457200"/>
            <a:ext cx="108585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300" b="1">
                <a:solidFill>
                  <a:srgbClr val="ECF6FB"/>
                </a:solidFill>
                <a:latin typeface="DejaVu Sans"/>
                <a:ea typeface="DejaVu Sans"/>
                <a:cs typeface="DejaVu Sans"/>
              </a:defRPr>
            </a:defPPr>
            <a:lvl1pPr>
              <a:defRPr sz="3300" b="1">
                <a:solidFill>
                  <a:srgbClr val="ECF6FB"/>
                </a:solidFill>
                <a:latin typeface="DejaVu Sans"/>
                <a:ea typeface="DejaVu Sans"/>
                <a:cs typeface="DejaVu Sans"/>
              </a:defRPr>
            </a:lvl1pPr>
            <a:lvl2pPr>
              <a:defRPr sz="3300" b="1">
                <a:solidFill>
                  <a:srgbClr val="ECF6FB"/>
                </a:solidFill>
                <a:latin typeface="DejaVu Sans"/>
                <a:ea typeface="DejaVu Sans"/>
                <a:cs typeface="DejaVu Sans"/>
              </a:defRPr>
            </a:lvl2pPr>
            <a:lvl3pPr>
              <a:defRPr sz="3300" b="1">
                <a:solidFill>
                  <a:srgbClr val="ECF6FB"/>
                </a:solidFill>
                <a:latin typeface="DejaVu Sans"/>
                <a:ea typeface="DejaVu Sans"/>
                <a:cs typeface="DejaVu Sans"/>
              </a:defRPr>
            </a:lvl3pPr>
            <a:lvl4pPr>
              <a:defRPr sz="3300" b="1">
                <a:solidFill>
                  <a:srgbClr val="ECF6FB"/>
                </a:solidFill>
                <a:latin typeface="DejaVu Sans"/>
                <a:ea typeface="DejaVu Sans"/>
                <a:cs typeface="DejaVu Sans"/>
              </a:defRPr>
            </a:lvl4pPr>
            <a:lvl5pPr>
              <a:defRPr sz="3300" b="1">
                <a:solidFill>
                  <a:srgbClr val="ECF6FB"/>
                </a:solidFill>
                <a:latin typeface="DejaVu Sans"/>
                <a:ea typeface="DejaVu Sans"/>
                <a:cs typeface="DejaVu Sans"/>
              </a:defRPr>
            </a:lvl5pPr>
            <a:lvl6pPr>
              <a:defRPr sz="3300" b="1">
                <a:solidFill>
                  <a:srgbClr val="ECF6FB"/>
                </a:solidFill>
                <a:latin typeface="DejaVu Sans"/>
                <a:ea typeface="DejaVu Sans"/>
                <a:cs typeface="DejaVu Sans"/>
              </a:defRPr>
            </a:lvl6pPr>
            <a:lvl7pPr>
              <a:defRPr sz="3300" b="1">
                <a:solidFill>
                  <a:srgbClr val="ECF6FB"/>
                </a:solidFill>
                <a:latin typeface="DejaVu Sans"/>
                <a:ea typeface="DejaVu Sans"/>
                <a:cs typeface="DejaVu Sans"/>
              </a:defRPr>
            </a:lvl7pPr>
            <a:lvl8pPr>
              <a:defRPr sz="3300" b="1">
                <a:solidFill>
                  <a:srgbClr val="ECF6FB"/>
                </a:solidFill>
                <a:latin typeface="DejaVu Sans"/>
                <a:ea typeface="DejaVu Sans"/>
                <a:cs typeface="DejaVu Sans"/>
              </a:defRPr>
            </a:lvl8pPr>
            <a:lvl9pPr>
              <a:defRPr sz="3300" b="1">
                <a:solidFill>
                  <a:srgbClr val="ECF6FB"/>
                </a:solidFill>
                <a:latin typeface="DejaVu Sans"/>
                <a:ea typeface="DejaVu Sans"/>
                <a:cs typeface="DejaVu Sans"/>
              </a:defRPr>
            </a:lvl9pPr>
          </a:lstStyle>
          <a:p xmlns:a="http://schemas.openxmlformats.org/drawingml/2006/main">
            <a:pPr>
              <a:defRPr sz="3300" b="1">
                <a:solidFill>
                  <a:srgbClr val="ECF6FB"/>
                </a:solidFill>
                <a:latin typeface="DejaVu Sans"/>
                <a:ea typeface="DejaVu Sans"/>
                <a:cs typeface="DejaVu Sans"/>
              </a:defRPr>
            </a:pPr>
            <a:r>
              <a:rPr sz="3300" b="1">
                <a:solidFill>
                  <a:srgbClr val="ECF6FB"/>
                </a:solidFill>
                <a:latin typeface="DejaVu Sans"/>
                <a:ea typeface="DejaVu Sans"/>
                <a:cs typeface="DejaVu Sans"/>
              </a:rPr>
              <a:t>BorderProof AI</a:t>
            </a:r>
          </a:p>
        </p:txBody>
      </p:sp>
      <p:sp>
        <p:nvSpPr>
          <p:cNvPr id="2" name="text-1">
            <a:extLst xmlns:a="http://schemas.openxmlformats.org/drawingml/2006/main">
              <a:ext uri="{FF2B5EF4-FFF2-40B4-BE49-F238E27FC236}">
                <a16:creationId xmlns:a16="http://schemas.microsoft.com/office/drawing/2014/main" id="{13F8B4FF-E222-4F18-9171-71C637950513}"/>
              </a:ext>
            </a:extLst>
          </p:cNvPr>
          <p:cNvSpPr>
            <a:spLocks xmlns:a="http://schemas.openxmlformats.org/drawingml/2006/main" noGrp="1"/>
          </p:cNvSpPr>
          <p:nvPr/>
        </p:nvSpPr>
        <p:spPr>
          <a:xfrm xmlns:a="http://schemas.openxmlformats.org/drawingml/2006/main">
            <a:off x="11144250" y="6305550"/>
            <a:ext cx="476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350" b="0">
                <a:solidFill>
                  <a:srgbClr val="A3B8C6"/>
                </a:solidFill>
                <a:latin typeface="DejaVu Sans"/>
                <a:ea typeface="DejaVu Sans"/>
                <a:cs typeface="DejaVu Sans"/>
              </a:defRPr>
            </a:defPPr>
            <a:lvl1pPr>
              <a:defRPr sz="1350" b="0">
                <a:solidFill>
                  <a:srgbClr val="A3B8C6"/>
                </a:solidFill>
                <a:latin typeface="DejaVu Sans"/>
                <a:ea typeface="DejaVu Sans"/>
                <a:cs typeface="DejaVu Sans"/>
              </a:defRPr>
            </a:lvl1pPr>
            <a:lvl2pPr>
              <a:defRPr sz="1350" b="0">
                <a:solidFill>
                  <a:srgbClr val="A3B8C6"/>
                </a:solidFill>
                <a:latin typeface="DejaVu Sans"/>
                <a:ea typeface="DejaVu Sans"/>
                <a:cs typeface="DejaVu Sans"/>
              </a:defRPr>
            </a:lvl2pPr>
            <a:lvl3pPr>
              <a:defRPr sz="1350" b="0">
                <a:solidFill>
                  <a:srgbClr val="A3B8C6"/>
                </a:solidFill>
                <a:latin typeface="DejaVu Sans"/>
                <a:ea typeface="DejaVu Sans"/>
                <a:cs typeface="DejaVu Sans"/>
              </a:defRPr>
            </a:lvl3pPr>
            <a:lvl4pPr>
              <a:defRPr sz="1350" b="0">
                <a:solidFill>
                  <a:srgbClr val="A3B8C6"/>
                </a:solidFill>
                <a:latin typeface="DejaVu Sans"/>
                <a:ea typeface="DejaVu Sans"/>
                <a:cs typeface="DejaVu Sans"/>
              </a:defRPr>
            </a:lvl4pPr>
            <a:lvl5pPr>
              <a:defRPr sz="1350" b="0">
                <a:solidFill>
                  <a:srgbClr val="A3B8C6"/>
                </a:solidFill>
                <a:latin typeface="DejaVu Sans"/>
                <a:ea typeface="DejaVu Sans"/>
                <a:cs typeface="DejaVu Sans"/>
              </a:defRPr>
            </a:lvl5pPr>
            <a:lvl6pPr>
              <a:defRPr sz="1350" b="0">
                <a:solidFill>
                  <a:srgbClr val="A3B8C6"/>
                </a:solidFill>
                <a:latin typeface="DejaVu Sans"/>
                <a:ea typeface="DejaVu Sans"/>
                <a:cs typeface="DejaVu Sans"/>
              </a:defRPr>
            </a:lvl6pPr>
            <a:lvl7pPr>
              <a:defRPr sz="1350" b="0">
                <a:solidFill>
                  <a:srgbClr val="A3B8C6"/>
                </a:solidFill>
                <a:latin typeface="DejaVu Sans"/>
                <a:ea typeface="DejaVu Sans"/>
                <a:cs typeface="DejaVu Sans"/>
              </a:defRPr>
            </a:lvl7pPr>
            <a:lvl8pPr>
              <a:defRPr sz="1350" b="0">
                <a:solidFill>
                  <a:srgbClr val="A3B8C6"/>
                </a:solidFill>
                <a:latin typeface="DejaVu Sans"/>
                <a:ea typeface="DejaVu Sans"/>
                <a:cs typeface="DejaVu Sans"/>
              </a:defRPr>
            </a:lvl8pPr>
            <a:lvl9pPr>
              <a:defRPr sz="1350" b="0">
                <a:solidFill>
                  <a:srgbClr val="A3B8C6"/>
                </a:solidFill>
                <a:latin typeface="DejaVu Sans"/>
                <a:ea typeface="DejaVu Sans"/>
                <a:cs typeface="DejaVu Sans"/>
              </a:defRPr>
            </a:lvl9pPr>
          </a:lstStyle>
          <a:p xmlns:a="http://schemas.openxmlformats.org/drawingml/2006/main">
            <a:pPr>
              <a:defRPr sz="1350" b="0">
                <a:solidFill>
                  <a:srgbClr val="A3B8C6"/>
                </a:solidFill>
                <a:latin typeface="DejaVu Sans"/>
                <a:ea typeface="DejaVu Sans"/>
                <a:cs typeface="DejaVu Sans"/>
              </a:defRPr>
            </a:pPr>
            <a:r>
              <a:rPr sz="1350" b="0">
                <a:solidFill>
                  <a:srgbClr val="A3B8C6"/>
                </a:solidFill>
                <a:latin typeface="DejaVu Sans"/>
                <a:ea typeface="DejaVu Sans"/>
                <a:cs typeface="DejaVu Sans"/>
              </a:rPr>
              <a:t>01</a:t>
            </a:r>
          </a:p>
        </p:txBody>
      </p:sp>
      <p:sp>
        <p:nvSpPr>
          <p:cNvPr id="3" name="text-2">
            <a:extLst xmlns:a="http://schemas.openxmlformats.org/drawingml/2006/main">
              <a:ext uri="{FF2B5EF4-FFF2-40B4-BE49-F238E27FC236}">
                <a16:creationId xmlns:a16="http://schemas.microsoft.com/office/drawing/2014/main" id="{E423DBC1-7FE1-403C-901A-8C684E8A9369}"/>
              </a:ext>
            </a:extLst>
          </p:cNvPr>
          <p:cNvSpPr>
            <a:spLocks xmlns:a="http://schemas.openxmlformats.org/drawingml/2006/main" noGrp="1"/>
          </p:cNvSpPr>
          <p:nvPr/>
        </p:nvSpPr>
        <p:spPr>
          <a:xfrm xmlns:a="http://schemas.openxmlformats.org/drawingml/2006/main">
            <a:off x="647700" y="1809750"/>
            <a:ext cx="5715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400" b="1">
                <a:solidFill>
                  <a:srgbClr val="55D6BA"/>
                </a:solidFill>
                <a:latin typeface="DejaVu Sans"/>
                <a:ea typeface="DejaVu Sans"/>
                <a:cs typeface="DejaVu Sans"/>
              </a:defRPr>
            </a:defPPr>
            <a:lvl1pPr>
              <a:defRPr sz="2400" b="1">
                <a:solidFill>
                  <a:srgbClr val="55D6BA"/>
                </a:solidFill>
                <a:latin typeface="DejaVu Sans"/>
                <a:ea typeface="DejaVu Sans"/>
                <a:cs typeface="DejaVu Sans"/>
              </a:defRPr>
            </a:lvl1pPr>
            <a:lvl2pPr>
              <a:defRPr sz="2400" b="1">
                <a:solidFill>
                  <a:srgbClr val="55D6BA"/>
                </a:solidFill>
                <a:latin typeface="DejaVu Sans"/>
                <a:ea typeface="DejaVu Sans"/>
                <a:cs typeface="DejaVu Sans"/>
              </a:defRPr>
            </a:lvl2pPr>
            <a:lvl3pPr>
              <a:defRPr sz="2400" b="1">
                <a:solidFill>
                  <a:srgbClr val="55D6BA"/>
                </a:solidFill>
                <a:latin typeface="DejaVu Sans"/>
                <a:ea typeface="DejaVu Sans"/>
                <a:cs typeface="DejaVu Sans"/>
              </a:defRPr>
            </a:lvl3pPr>
            <a:lvl4pPr>
              <a:defRPr sz="2400" b="1">
                <a:solidFill>
                  <a:srgbClr val="55D6BA"/>
                </a:solidFill>
                <a:latin typeface="DejaVu Sans"/>
                <a:ea typeface="DejaVu Sans"/>
                <a:cs typeface="DejaVu Sans"/>
              </a:defRPr>
            </a:lvl4pPr>
            <a:lvl5pPr>
              <a:defRPr sz="2400" b="1">
                <a:solidFill>
                  <a:srgbClr val="55D6BA"/>
                </a:solidFill>
                <a:latin typeface="DejaVu Sans"/>
                <a:ea typeface="DejaVu Sans"/>
                <a:cs typeface="DejaVu Sans"/>
              </a:defRPr>
            </a:lvl5pPr>
            <a:lvl6pPr>
              <a:defRPr sz="2400" b="1">
                <a:solidFill>
                  <a:srgbClr val="55D6BA"/>
                </a:solidFill>
                <a:latin typeface="DejaVu Sans"/>
                <a:ea typeface="DejaVu Sans"/>
                <a:cs typeface="DejaVu Sans"/>
              </a:defRPr>
            </a:lvl6pPr>
            <a:lvl7pPr>
              <a:defRPr sz="2400" b="1">
                <a:solidFill>
                  <a:srgbClr val="55D6BA"/>
                </a:solidFill>
                <a:latin typeface="DejaVu Sans"/>
                <a:ea typeface="DejaVu Sans"/>
                <a:cs typeface="DejaVu Sans"/>
              </a:defRPr>
            </a:lvl7pPr>
            <a:lvl8pPr>
              <a:defRPr sz="2400" b="1">
                <a:solidFill>
                  <a:srgbClr val="55D6BA"/>
                </a:solidFill>
                <a:latin typeface="DejaVu Sans"/>
                <a:ea typeface="DejaVu Sans"/>
                <a:cs typeface="DejaVu Sans"/>
              </a:defRPr>
            </a:lvl8pPr>
            <a:lvl9pPr>
              <a:defRPr sz="2400" b="1">
                <a:solidFill>
                  <a:srgbClr val="55D6BA"/>
                </a:solidFill>
                <a:latin typeface="DejaVu Sans"/>
                <a:ea typeface="DejaVu Sans"/>
                <a:cs typeface="DejaVu Sans"/>
              </a:defRPr>
            </a:lvl9pPr>
          </a:lstStyle>
          <a:p xmlns:a="http://schemas.openxmlformats.org/drawingml/2006/main">
            <a:pPr>
              <a:defRPr sz="2400" b="1">
                <a:solidFill>
                  <a:srgbClr val="55D6BA"/>
                </a:solidFill>
                <a:latin typeface="DejaVu Sans"/>
                <a:ea typeface="DejaVu Sans"/>
                <a:cs typeface="DejaVu Sans"/>
              </a:defRPr>
            </a:pPr>
            <a:r>
              <a:rPr sz="2400" b="1">
                <a:solidFill>
                  <a:srgbClr val="55D6BA"/>
                </a:solidFill>
                <a:latin typeface="DejaVu Sans"/>
                <a:ea typeface="DejaVu Sans"/>
                <a:cs typeface="DejaVu Sans"/>
              </a:rPr>
              <a:t>FinVeritas</a:t>
            </a:r>
          </a:p>
        </p:txBody>
      </p:sp>
      <p:sp>
        <p:nvSpPr>
          <p:cNvPr id="4" name="text-3">
            <a:extLst xmlns:a="http://schemas.openxmlformats.org/drawingml/2006/main">
              <a:ext uri="{FF2B5EF4-FFF2-40B4-BE49-F238E27FC236}">
                <a16:creationId xmlns:a16="http://schemas.microsoft.com/office/drawing/2014/main" id="{3AA3011B-B793-4A60-AC70-B1574AAE4FDB}"/>
              </a:ext>
            </a:extLst>
          </p:cNvPr>
          <p:cNvSpPr>
            <a:spLocks xmlns:a="http://schemas.openxmlformats.org/drawingml/2006/main" noGrp="1"/>
          </p:cNvSpPr>
          <p:nvPr/>
        </p:nvSpPr>
        <p:spPr>
          <a:xfrm xmlns:a="http://schemas.openxmlformats.org/drawingml/2006/main">
            <a:off x="647700" y="2619375"/>
            <a:ext cx="895350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150" b="0">
                <a:solidFill>
                  <a:srgbClr val="ECF6FB"/>
                </a:solidFill>
                <a:latin typeface="DejaVu Sans"/>
                <a:ea typeface="DejaVu Sans"/>
                <a:cs typeface="DejaVu Sans"/>
              </a:defRPr>
            </a:defPPr>
            <a:lvl1pPr>
              <a:defRPr sz="3150" b="0">
                <a:solidFill>
                  <a:srgbClr val="ECF6FB"/>
                </a:solidFill>
                <a:latin typeface="DejaVu Sans"/>
                <a:ea typeface="DejaVu Sans"/>
                <a:cs typeface="DejaVu Sans"/>
              </a:defRPr>
            </a:lvl1pPr>
            <a:lvl2pPr>
              <a:defRPr sz="3150" b="0">
                <a:solidFill>
                  <a:srgbClr val="ECF6FB"/>
                </a:solidFill>
                <a:latin typeface="DejaVu Sans"/>
                <a:ea typeface="DejaVu Sans"/>
                <a:cs typeface="DejaVu Sans"/>
              </a:defRPr>
            </a:lvl2pPr>
            <a:lvl3pPr>
              <a:defRPr sz="3150" b="0">
                <a:solidFill>
                  <a:srgbClr val="ECF6FB"/>
                </a:solidFill>
                <a:latin typeface="DejaVu Sans"/>
                <a:ea typeface="DejaVu Sans"/>
                <a:cs typeface="DejaVu Sans"/>
              </a:defRPr>
            </a:lvl3pPr>
            <a:lvl4pPr>
              <a:defRPr sz="3150" b="0">
                <a:solidFill>
                  <a:srgbClr val="ECF6FB"/>
                </a:solidFill>
                <a:latin typeface="DejaVu Sans"/>
                <a:ea typeface="DejaVu Sans"/>
                <a:cs typeface="DejaVu Sans"/>
              </a:defRPr>
            </a:lvl4pPr>
            <a:lvl5pPr>
              <a:defRPr sz="3150" b="0">
                <a:solidFill>
                  <a:srgbClr val="ECF6FB"/>
                </a:solidFill>
                <a:latin typeface="DejaVu Sans"/>
                <a:ea typeface="DejaVu Sans"/>
                <a:cs typeface="DejaVu Sans"/>
              </a:defRPr>
            </a:lvl5pPr>
            <a:lvl6pPr>
              <a:defRPr sz="3150" b="0">
                <a:solidFill>
                  <a:srgbClr val="ECF6FB"/>
                </a:solidFill>
                <a:latin typeface="DejaVu Sans"/>
                <a:ea typeface="DejaVu Sans"/>
                <a:cs typeface="DejaVu Sans"/>
              </a:defRPr>
            </a:lvl6pPr>
            <a:lvl7pPr>
              <a:defRPr sz="3150" b="0">
                <a:solidFill>
                  <a:srgbClr val="ECF6FB"/>
                </a:solidFill>
                <a:latin typeface="DejaVu Sans"/>
                <a:ea typeface="DejaVu Sans"/>
                <a:cs typeface="DejaVu Sans"/>
              </a:defRPr>
            </a:lvl7pPr>
            <a:lvl8pPr>
              <a:defRPr sz="3150" b="0">
                <a:solidFill>
                  <a:srgbClr val="ECF6FB"/>
                </a:solidFill>
                <a:latin typeface="DejaVu Sans"/>
                <a:ea typeface="DejaVu Sans"/>
                <a:cs typeface="DejaVu Sans"/>
              </a:defRPr>
            </a:lvl8pPr>
            <a:lvl9pPr>
              <a:defRPr sz="3150" b="0">
                <a:solidFill>
                  <a:srgbClr val="ECF6FB"/>
                </a:solidFill>
                <a:latin typeface="DejaVu Sans"/>
                <a:ea typeface="DejaVu Sans"/>
                <a:cs typeface="DejaVu Sans"/>
              </a:defRPr>
            </a:lvl9pPr>
          </a:lstStyle>
          <a:p xmlns:a="http://schemas.openxmlformats.org/drawingml/2006/main">
            <a:pPr>
              <a:defRPr sz="3150" b="0">
                <a:solidFill>
                  <a:srgbClr val="ECF6FB"/>
                </a:solidFill>
                <a:latin typeface="DejaVu Sans"/>
                <a:ea typeface="DejaVu Sans"/>
                <a:cs typeface="DejaVu Sans"/>
              </a:defRPr>
            </a:pPr>
            <a:r>
              <a:rPr sz="3150" b="0">
                <a:solidFill>
                  <a:srgbClr val="ECF6FB"/>
                </a:solidFill>
                <a:latin typeface="DejaVu Sans"/>
                <a:ea typeface="DejaVu Sans"/>
                <a:cs typeface="DejaVu Sans"/>
              </a:rPr>
              <a:t>Evidence-consistent assistance for international-student tuition payments</a:t>
            </a:r>
          </a:p>
        </p:txBody>
      </p:sp>
      <p:sp>
        <p:nvSpPr>
          <p:cNvPr id="5" name="text-4">
            <a:extLst xmlns:a="http://schemas.openxmlformats.org/drawingml/2006/main">
              <a:ext uri="{FF2B5EF4-FFF2-40B4-BE49-F238E27FC236}">
                <a16:creationId xmlns:a16="http://schemas.microsoft.com/office/drawing/2014/main" id="{1EE4C353-E8FA-4FA4-9FDE-C63465D9D7EE}"/>
              </a:ext>
            </a:extLst>
          </p:cNvPr>
          <p:cNvSpPr>
            <a:spLocks xmlns:a="http://schemas.openxmlformats.org/drawingml/2006/main" noGrp="1"/>
          </p:cNvSpPr>
          <p:nvPr/>
        </p:nvSpPr>
        <p:spPr>
          <a:xfrm xmlns:a="http://schemas.openxmlformats.org/drawingml/2006/main">
            <a:off x="647700" y="4781550"/>
            <a:ext cx="9906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950" b="0">
                <a:solidFill>
                  <a:srgbClr val="A3B8C6"/>
                </a:solidFill>
                <a:latin typeface="DejaVu Sans"/>
                <a:ea typeface="DejaVu Sans"/>
                <a:cs typeface="DejaVu Sans"/>
              </a:defRPr>
            </a:defPPr>
            <a:lvl1pPr>
              <a:defRPr sz="1950" b="0">
                <a:solidFill>
                  <a:srgbClr val="A3B8C6"/>
                </a:solidFill>
                <a:latin typeface="DejaVu Sans"/>
                <a:ea typeface="DejaVu Sans"/>
                <a:cs typeface="DejaVu Sans"/>
              </a:defRPr>
            </a:lvl1pPr>
            <a:lvl2pPr>
              <a:defRPr sz="1950" b="0">
                <a:solidFill>
                  <a:srgbClr val="A3B8C6"/>
                </a:solidFill>
                <a:latin typeface="DejaVu Sans"/>
                <a:ea typeface="DejaVu Sans"/>
                <a:cs typeface="DejaVu Sans"/>
              </a:defRPr>
            </a:lvl2pPr>
            <a:lvl3pPr>
              <a:defRPr sz="1950" b="0">
                <a:solidFill>
                  <a:srgbClr val="A3B8C6"/>
                </a:solidFill>
                <a:latin typeface="DejaVu Sans"/>
                <a:ea typeface="DejaVu Sans"/>
                <a:cs typeface="DejaVu Sans"/>
              </a:defRPr>
            </a:lvl3pPr>
            <a:lvl4pPr>
              <a:defRPr sz="1950" b="0">
                <a:solidFill>
                  <a:srgbClr val="A3B8C6"/>
                </a:solidFill>
                <a:latin typeface="DejaVu Sans"/>
                <a:ea typeface="DejaVu Sans"/>
                <a:cs typeface="DejaVu Sans"/>
              </a:defRPr>
            </a:lvl4pPr>
            <a:lvl5pPr>
              <a:defRPr sz="1950" b="0">
                <a:solidFill>
                  <a:srgbClr val="A3B8C6"/>
                </a:solidFill>
                <a:latin typeface="DejaVu Sans"/>
                <a:ea typeface="DejaVu Sans"/>
                <a:cs typeface="DejaVu Sans"/>
              </a:defRPr>
            </a:lvl5pPr>
            <a:lvl6pPr>
              <a:defRPr sz="1950" b="0">
                <a:solidFill>
                  <a:srgbClr val="A3B8C6"/>
                </a:solidFill>
                <a:latin typeface="DejaVu Sans"/>
                <a:ea typeface="DejaVu Sans"/>
                <a:cs typeface="DejaVu Sans"/>
              </a:defRPr>
            </a:lvl6pPr>
            <a:lvl7pPr>
              <a:defRPr sz="1950" b="0">
                <a:solidFill>
                  <a:srgbClr val="A3B8C6"/>
                </a:solidFill>
                <a:latin typeface="DejaVu Sans"/>
                <a:ea typeface="DejaVu Sans"/>
                <a:cs typeface="DejaVu Sans"/>
              </a:defRPr>
            </a:lvl7pPr>
            <a:lvl8pPr>
              <a:defRPr sz="1950" b="0">
                <a:solidFill>
                  <a:srgbClr val="A3B8C6"/>
                </a:solidFill>
                <a:latin typeface="DejaVu Sans"/>
                <a:ea typeface="DejaVu Sans"/>
                <a:cs typeface="DejaVu Sans"/>
              </a:defRPr>
            </a:lvl8pPr>
            <a:lvl9pPr>
              <a:defRPr sz="1950" b="0">
                <a:solidFill>
                  <a:srgbClr val="A3B8C6"/>
                </a:solidFill>
                <a:latin typeface="DejaVu Sans"/>
                <a:ea typeface="DejaVu Sans"/>
                <a:cs typeface="DejaVu Sans"/>
              </a:defRPr>
            </a:lvl9pPr>
          </a:lstStyle>
          <a:p xmlns:a="http://schemas.openxmlformats.org/drawingml/2006/main">
            <a:pPr>
              <a:defRPr sz="1950" b="0">
                <a:solidFill>
                  <a:srgbClr val="A3B8C6"/>
                </a:solidFill>
                <a:latin typeface="DejaVu Sans"/>
                <a:ea typeface="DejaVu Sans"/>
                <a:cs typeface="DejaVu Sans"/>
              </a:defRPr>
            </a:pPr>
            <a:r>
              <a:rPr sz="1950" b="0">
                <a:solidFill>
                  <a:srgbClr val="A3B8C6"/>
                </a:solidFill>
                <a:latin typeface="DejaVu Sans"/>
                <a:ea typeface="DejaVu Sans"/>
                <a:cs typeface="DejaVu Sans"/>
              </a:rPr>
              <a:t>V5.3 implementation and execution evidence</a:t>
            </a:r>
          </a:p>
        </p:txBody>
      </p:sp>
      <p:sp>
        <p:nvSpPr>
          <p:cNvPr id="6" name="text-5">
            <a:extLst xmlns:a="http://schemas.openxmlformats.org/drawingml/2006/main">
              <a:ext uri="{FF2B5EF4-FFF2-40B4-BE49-F238E27FC236}">
                <a16:creationId xmlns:a16="http://schemas.microsoft.com/office/drawing/2014/main" id="{B9CD5A2D-14FE-4DF2-B6EF-4D06E37FA7F0}"/>
              </a:ext>
            </a:extLst>
          </p:cNvPr>
          <p:cNvSpPr>
            <a:spLocks xmlns:a="http://schemas.openxmlformats.org/drawingml/2006/main" noGrp="1"/>
          </p:cNvSpPr>
          <p:nvPr/>
        </p:nvSpPr>
        <p:spPr>
          <a:xfrm xmlns:a="http://schemas.openxmlformats.org/drawingml/2006/main">
            <a:off x="647700" y="5572125"/>
            <a:ext cx="99060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725" b="1">
                <a:solidFill>
                  <a:srgbClr val="55D6BA"/>
                </a:solidFill>
                <a:latin typeface="DejaVu Sans"/>
                <a:ea typeface="DejaVu Sans"/>
                <a:cs typeface="DejaVu Sans"/>
              </a:defRPr>
            </a:defPPr>
            <a:lvl1pPr>
              <a:defRPr sz="1725" b="1">
                <a:solidFill>
                  <a:srgbClr val="55D6BA"/>
                </a:solidFill>
                <a:latin typeface="DejaVu Sans"/>
                <a:ea typeface="DejaVu Sans"/>
                <a:cs typeface="DejaVu Sans"/>
              </a:defRPr>
            </a:lvl1pPr>
            <a:lvl2pPr>
              <a:defRPr sz="1725" b="1">
                <a:solidFill>
                  <a:srgbClr val="55D6BA"/>
                </a:solidFill>
                <a:latin typeface="DejaVu Sans"/>
                <a:ea typeface="DejaVu Sans"/>
                <a:cs typeface="DejaVu Sans"/>
              </a:defRPr>
            </a:lvl2pPr>
            <a:lvl3pPr>
              <a:defRPr sz="1725" b="1">
                <a:solidFill>
                  <a:srgbClr val="55D6BA"/>
                </a:solidFill>
                <a:latin typeface="DejaVu Sans"/>
                <a:ea typeface="DejaVu Sans"/>
                <a:cs typeface="DejaVu Sans"/>
              </a:defRPr>
            </a:lvl3pPr>
            <a:lvl4pPr>
              <a:defRPr sz="1725" b="1">
                <a:solidFill>
                  <a:srgbClr val="55D6BA"/>
                </a:solidFill>
                <a:latin typeface="DejaVu Sans"/>
                <a:ea typeface="DejaVu Sans"/>
                <a:cs typeface="DejaVu Sans"/>
              </a:defRPr>
            </a:lvl4pPr>
            <a:lvl5pPr>
              <a:defRPr sz="1725" b="1">
                <a:solidFill>
                  <a:srgbClr val="55D6BA"/>
                </a:solidFill>
                <a:latin typeface="DejaVu Sans"/>
                <a:ea typeface="DejaVu Sans"/>
                <a:cs typeface="DejaVu Sans"/>
              </a:defRPr>
            </a:lvl5pPr>
            <a:lvl6pPr>
              <a:defRPr sz="1725" b="1">
                <a:solidFill>
                  <a:srgbClr val="55D6BA"/>
                </a:solidFill>
                <a:latin typeface="DejaVu Sans"/>
                <a:ea typeface="DejaVu Sans"/>
                <a:cs typeface="DejaVu Sans"/>
              </a:defRPr>
            </a:lvl6pPr>
            <a:lvl7pPr>
              <a:defRPr sz="1725" b="1">
                <a:solidFill>
                  <a:srgbClr val="55D6BA"/>
                </a:solidFill>
                <a:latin typeface="DejaVu Sans"/>
                <a:ea typeface="DejaVu Sans"/>
                <a:cs typeface="DejaVu Sans"/>
              </a:defRPr>
            </a:lvl7pPr>
            <a:lvl8pPr>
              <a:defRPr sz="1725" b="1">
                <a:solidFill>
                  <a:srgbClr val="55D6BA"/>
                </a:solidFill>
                <a:latin typeface="DejaVu Sans"/>
                <a:ea typeface="DejaVu Sans"/>
                <a:cs typeface="DejaVu Sans"/>
              </a:defRPr>
            </a:lvl8pPr>
            <a:lvl9pPr>
              <a:defRPr sz="1725" b="1">
                <a:solidFill>
                  <a:srgbClr val="55D6BA"/>
                </a:solidFill>
                <a:latin typeface="DejaVu Sans"/>
                <a:ea typeface="DejaVu Sans"/>
                <a:cs typeface="DejaVu Sans"/>
              </a:defRPr>
            </a:lvl9pPr>
          </a:lstStyle>
          <a:p xmlns:a="http://schemas.openxmlformats.org/drawingml/2006/main">
            <a:pPr>
              <a:defRPr sz="1725" b="1">
                <a:solidFill>
                  <a:srgbClr val="55D6BA"/>
                </a:solidFill>
                <a:latin typeface="DejaVu Sans"/>
                <a:ea typeface="DejaVu Sans"/>
                <a:cs typeface="DejaVu Sans"/>
              </a:defRPr>
            </a:pPr>
            <a:r>
              <a:rPr sz="1725" b="1">
                <a:solidFill>
                  <a:srgbClr val="55D6BA"/>
                </a:solidFill>
                <a:latin typeface="DejaVu Sans"/>
                <a:ea typeface="DejaVu Sans"/>
                <a:cs typeface="DejaVu Sans"/>
              </a:rPr>
              <a:t>INTERNAL SIMULATION. NO REAL PAYMENTS.</a:t>
            </a:r>
          </a:p>
        </p:txBody>
      </p:sp>
    </p:spTree>
    <p:extLst>
      <p:ext uri="{BB962C8B-B14F-4D97-AF65-F5344CB8AC3E}">
        <p14:creationId xmlns:p14="http://schemas.microsoft.com/office/powerpoint/2010/main" val="967516712"/>
      </p:ext>
    </p:extLst>
  </p:cSld>
</p:sld>
</file>

<file path=ppt/slides/slide2.xml><?xml version="1.0" encoding="utf-8"?>
<p:sld xmlns:p="http://schemas.openxmlformats.org/presentationml/2006/main">
  <p:cSld>
    <p:bg>
      <p:bgPr>
        <a:solidFill xmlns:a="http://schemas.openxmlformats.org/drawingml/2006/main">
          <a:srgbClr val="071522"/>
        </a:solidFill>
      </p:bgPr>
    </p:bg>
    <p:spTree>
      <p:nvGrpSpPr>
        <p:cNvPr id="1" name=""/>
        <p:cNvGrpSpPr/>
        <p:nvPr/>
      </p:nvGrpSpPr>
      <p:grpSpPr>
        <a:xfrm xmlns:a="http://schemas.openxmlformats.org/drawingml/2006/main"/>
      </p:grpSpPr>
      <p:sp>
        <p:nvSpPr>
          <p:cNvPr id="6" name="text-0">
            <a:extLst xmlns:a="http://schemas.openxmlformats.org/drawingml/2006/main">
              <a:ext uri="{FF2B5EF4-FFF2-40B4-BE49-F238E27FC236}">
                <a16:creationId xmlns:a16="http://schemas.microsoft.com/office/drawing/2014/main" id="{639DEBF1-698B-4238-9FE1-6ABC82046C6B}"/>
              </a:ext>
            </a:extLst>
          </p:cNvPr>
          <p:cNvSpPr>
            <a:spLocks xmlns:a="http://schemas.openxmlformats.org/drawingml/2006/main" noGrp="1"/>
          </p:cNvSpPr>
          <p:nvPr/>
        </p:nvSpPr>
        <p:spPr>
          <a:xfrm xmlns:a="http://schemas.openxmlformats.org/drawingml/2006/main">
            <a:off x="609600" y="457200"/>
            <a:ext cx="108585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300" b="1">
                <a:solidFill>
                  <a:srgbClr val="ECF6FB"/>
                </a:solidFill>
                <a:latin typeface="DejaVu Sans"/>
                <a:ea typeface="DejaVu Sans"/>
                <a:cs typeface="DejaVu Sans"/>
              </a:defRPr>
            </a:defPPr>
            <a:lvl1pPr>
              <a:defRPr sz="3300" b="1">
                <a:solidFill>
                  <a:srgbClr val="ECF6FB"/>
                </a:solidFill>
                <a:latin typeface="DejaVu Sans"/>
                <a:ea typeface="DejaVu Sans"/>
                <a:cs typeface="DejaVu Sans"/>
              </a:defRPr>
            </a:lvl1pPr>
            <a:lvl2pPr>
              <a:defRPr sz="3300" b="1">
                <a:solidFill>
                  <a:srgbClr val="ECF6FB"/>
                </a:solidFill>
                <a:latin typeface="DejaVu Sans"/>
                <a:ea typeface="DejaVu Sans"/>
                <a:cs typeface="DejaVu Sans"/>
              </a:defRPr>
            </a:lvl2pPr>
            <a:lvl3pPr>
              <a:defRPr sz="3300" b="1">
                <a:solidFill>
                  <a:srgbClr val="ECF6FB"/>
                </a:solidFill>
                <a:latin typeface="DejaVu Sans"/>
                <a:ea typeface="DejaVu Sans"/>
                <a:cs typeface="DejaVu Sans"/>
              </a:defRPr>
            </a:lvl3pPr>
            <a:lvl4pPr>
              <a:defRPr sz="3300" b="1">
                <a:solidFill>
                  <a:srgbClr val="ECF6FB"/>
                </a:solidFill>
                <a:latin typeface="DejaVu Sans"/>
                <a:ea typeface="DejaVu Sans"/>
                <a:cs typeface="DejaVu Sans"/>
              </a:defRPr>
            </a:lvl4pPr>
            <a:lvl5pPr>
              <a:defRPr sz="3300" b="1">
                <a:solidFill>
                  <a:srgbClr val="ECF6FB"/>
                </a:solidFill>
                <a:latin typeface="DejaVu Sans"/>
                <a:ea typeface="DejaVu Sans"/>
                <a:cs typeface="DejaVu Sans"/>
              </a:defRPr>
            </a:lvl5pPr>
            <a:lvl6pPr>
              <a:defRPr sz="3300" b="1">
                <a:solidFill>
                  <a:srgbClr val="ECF6FB"/>
                </a:solidFill>
                <a:latin typeface="DejaVu Sans"/>
                <a:ea typeface="DejaVu Sans"/>
                <a:cs typeface="DejaVu Sans"/>
              </a:defRPr>
            </a:lvl6pPr>
            <a:lvl7pPr>
              <a:defRPr sz="3300" b="1">
                <a:solidFill>
                  <a:srgbClr val="ECF6FB"/>
                </a:solidFill>
                <a:latin typeface="DejaVu Sans"/>
                <a:ea typeface="DejaVu Sans"/>
                <a:cs typeface="DejaVu Sans"/>
              </a:defRPr>
            </a:lvl7pPr>
            <a:lvl8pPr>
              <a:defRPr sz="3300" b="1">
                <a:solidFill>
                  <a:srgbClr val="ECF6FB"/>
                </a:solidFill>
                <a:latin typeface="DejaVu Sans"/>
                <a:ea typeface="DejaVu Sans"/>
                <a:cs typeface="DejaVu Sans"/>
              </a:defRPr>
            </a:lvl8pPr>
            <a:lvl9pPr>
              <a:defRPr sz="3300" b="1">
                <a:solidFill>
                  <a:srgbClr val="ECF6FB"/>
                </a:solidFill>
                <a:latin typeface="DejaVu Sans"/>
                <a:ea typeface="DejaVu Sans"/>
                <a:cs typeface="DejaVu Sans"/>
              </a:defRPr>
            </a:lvl9pPr>
          </a:lstStyle>
          <a:p xmlns:a="http://schemas.openxmlformats.org/drawingml/2006/main">
            <a:pPr>
              <a:defRPr sz="3300" b="1">
                <a:solidFill>
                  <a:srgbClr val="ECF6FB"/>
                </a:solidFill>
                <a:latin typeface="DejaVu Sans"/>
                <a:ea typeface="DejaVu Sans"/>
                <a:cs typeface="DejaVu Sans"/>
              </a:defRPr>
            </a:pPr>
            <a:r>
              <a:rPr sz="3300" b="1">
                <a:solidFill>
                  <a:srgbClr val="ECF6FB"/>
                </a:solidFill>
                <a:latin typeface="DejaVu Sans"/>
                <a:ea typeface="DejaVu Sans"/>
                <a:cs typeface="DejaVu Sans"/>
              </a:rPr>
              <a:t>The payment decision depends on evidence</a:t>
            </a:r>
          </a:p>
        </p:txBody>
      </p:sp>
      <p:sp>
        <p:nvSpPr>
          <p:cNvPr id="2" name="text-1">
            <a:extLst xmlns:a="http://schemas.openxmlformats.org/drawingml/2006/main">
              <a:ext uri="{FF2B5EF4-FFF2-40B4-BE49-F238E27FC236}">
                <a16:creationId xmlns:a16="http://schemas.microsoft.com/office/drawing/2014/main" id="{31286DDE-C6BE-4074-A33C-11F55243961A}"/>
              </a:ext>
            </a:extLst>
          </p:cNvPr>
          <p:cNvSpPr>
            <a:spLocks xmlns:a="http://schemas.openxmlformats.org/drawingml/2006/main" noGrp="1"/>
          </p:cNvSpPr>
          <p:nvPr/>
        </p:nvSpPr>
        <p:spPr>
          <a:xfrm xmlns:a="http://schemas.openxmlformats.org/drawingml/2006/main">
            <a:off x="11144250" y="6305550"/>
            <a:ext cx="476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350" b="0">
                <a:solidFill>
                  <a:srgbClr val="A3B8C6"/>
                </a:solidFill>
                <a:latin typeface="DejaVu Sans"/>
                <a:ea typeface="DejaVu Sans"/>
                <a:cs typeface="DejaVu Sans"/>
              </a:defRPr>
            </a:defPPr>
            <a:lvl1pPr>
              <a:defRPr sz="1350" b="0">
                <a:solidFill>
                  <a:srgbClr val="A3B8C6"/>
                </a:solidFill>
                <a:latin typeface="DejaVu Sans"/>
                <a:ea typeface="DejaVu Sans"/>
                <a:cs typeface="DejaVu Sans"/>
              </a:defRPr>
            </a:lvl1pPr>
            <a:lvl2pPr>
              <a:defRPr sz="1350" b="0">
                <a:solidFill>
                  <a:srgbClr val="A3B8C6"/>
                </a:solidFill>
                <a:latin typeface="DejaVu Sans"/>
                <a:ea typeface="DejaVu Sans"/>
                <a:cs typeface="DejaVu Sans"/>
              </a:defRPr>
            </a:lvl2pPr>
            <a:lvl3pPr>
              <a:defRPr sz="1350" b="0">
                <a:solidFill>
                  <a:srgbClr val="A3B8C6"/>
                </a:solidFill>
                <a:latin typeface="DejaVu Sans"/>
                <a:ea typeface="DejaVu Sans"/>
                <a:cs typeface="DejaVu Sans"/>
              </a:defRPr>
            </a:lvl3pPr>
            <a:lvl4pPr>
              <a:defRPr sz="1350" b="0">
                <a:solidFill>
                  <a:srgbClr val="A3B8C6"/>
                </a:solidFill>
                <a:latin typeface="DejaVu Sans"/>
                <a:ea typeface="DejaVu Sans"/>
                <a:cs typeface="DejaVu Sans"/>
              </a:defRPr>
            </a:lvl4pPr>
            <a:lvl5pPr>
              <a:defRPr sz="1350" b="0">
                <a:solidFill>
                  <a:srgbClr val="A3B8C6"/>
                </a:solidFill>
                <a:latin typeface="DejaVu Sans"/>
                <a:ea typeface="DejaVu Sans"/>
                <a:cs typeface="DejaVu Sans"/>
              </a:defRPr>
            </a:lvl5pPr>
            <a:lvl6pPr>
              <a:defRPr sz="1350" b="0">
                <a:solidFill>
                  <a:srgbClr val="A3B8C6"/>
                </a:solidFill>
                <a:latin typeface="DejaVu Sans"/>
                <a:ea typeface="DejaVu Sans"/>
                <a:cs typeface="DejaVu Sans"/>
              </a:defRPr>
            </a:lvl6pPr>
            <a:lvl7pPr>
              <a:defRPr sz="1350" b="0">
                <a:solidFill>
                  <a:srgbClr val="A3B8C6"/>
                </a:solidFill>
                <a:latin typeface="DejaVu Sans"/>
                <a:ea typeface="DejaVu Sans"/>
                <a:cs typeface="DejaVu Sans"/>
              </a:defRPr>
            </a:lvl7pPr>
            <a:lvl8pPr>
              <a:defRPr sz="1350" b="0">
                <a:solidFill>
                  <a:srgbClr val="A3B8C6"/>
                </a:solidFill>
                <a:latin typeface="DejaVu Sans"/>
                <a:ea typeface="DejaVu Sans"/>
                <a:cs typeface="DejaVu Sans"/>
              </a:defRPr>
            </a:lvl8pPr>
            <a:lvl9pPr>
              <a:defRPr sz="1350" b="0">
                <a:solidFill>
                  <a:srgbClr val="A3B8C6"/>
                </a:solidFill>
                <a:latin typeface="DejaVu Sans"/>
                <a:ea typeface="DejaVu Sans"/>
                <a:cs typeface="DejaVu Sans"/>
              </a:defRPr>
            </a:lvl9pPr>
          </a:lstStyle>
          <a:p xmlns:a="http://schemas.openxmlformats.org/drawingml/2006/main">
            <a:pPr>
              <a:defRPr sz="1350" b="0">
                <a:solidFill>
                  <a:srgbClr val="A3B8C6"/>
                </a:solidFill>
                <a:latin typeface="DejaVu Sans"/>
                <a:ea typeface="DejaVu Sans"/>
                <a:cs typeface="DejaVu Sans"/>
              </a:defRPr>
            </a:pPr>
            <a:r>
              <a:rPr sz="1350" b="0">
                <a:solidFill>
                  <a:srgbClr val="A3B8C6"/>
                </a:solidFill>
                <a:latin typeface="DejaVu Sans"/>
                <a:ea typeface="DejaVu Sans"/>
                <a:cs typeface="DejaVu Sans"/>
              </a:rPr>
              <a:t>02</a:t>
            </a:r>
          </a:p>
        </p:txBody>
      </p:sp>
      <p:sp>
        <p:nvSpPr>
          <p:cNvPr id="3" name="text-2">
            <a:extLst xmlns:a="http://schemas.openxmlformats.org/drawingml/2006/main">
              <a:ext uri="{FF2B5EF4-FFF2-40B4-BE49-F238E27FC236}">
                <a16:creationId xmlns:a16="http://schemas.microsoft.com/office/drawing/2014/main" id="{4E798264-3ED9-4E0B-945B-20869B76CC85}"/>
              </a:ext>
            </a:extLst>
          </p:cNvPr>
          <p:cNvSpPr>
            <a:spLocks xmlns:a="http://schemas.openxmlformats.org/drawingml/2006/main" noGrp="1"/>
          </p:cNvSpPr>
          <p:nvPr/>
        </p:nvSpPr>
        <p:spPr>
          <a:xfrm xmlns:a="http://schemas.openxmlformats.org/drawingml/2006/main">
            <a:off x="609600" y="1752600"/>
            <a:ext cx="102870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700" b="0">
                <a:solidFill>
                  <a:srgbClr val="ECF6FB"/>
                </a:solidFill>
                <a:latin typeface="DejaVu Sans"/>
                <a:ea typeface="DejaVu Sans"/>
                <a:cs typeface="DejaVu Sans"/>
              </a:defRPr>
            </a:defPPr>
            <a:lvl1pPr>
              <a:defRPr sz="2700" b="0">
                <a:solidFill>
                  <a:srgbClr val="ECF6FB"/>
                </a:solidFill>
                <a:latin typeface="DejaVu Sans"/>
                <a:ea typeface="DejaVu Sans"/>
                <a:cs typeface="DejaVu Sans"/>
              </a:defRPr>
            </a:lvl1pPr>
            <a:lvl2pPr>
              <a:defRPr sz="2700" b="0">
                <a:solidFill>
                  <a:srgbClr val="ECF6FB"/>
                </a:solidFill>
                <a:latin typeface="DejaVu Sans"/>
                <a:ea typeface="DejaVu Sans"/>
                <a:cs typeface="DejaVu Sans"/>
              </a:defRPr>
            </a:lvl2pPr>
            <a:lvl3pPr>
              <a:defRPr sz="2700" b="0">
                <a:solidFill>
                  <a:srgbClr val="ECF6FB"/>
                </a:solidFill>
                <a:latin typeface="DejaVu Sans"/>
                <a:ea typeface="DejaVu Sans"/>
                <a:cs typeface="DejaVu Sans"/>
              </a:defRPr>
            </a:lvl3pPr>
            <a:lvl4pPr>
              <a:defRPr sz="2700" b="0">
                <a:solidFill>
                  <a:srgbClr val="ECF6FB"/>
                </a:solidFill>
                <a:latin typeface="DejaVu Sans"/>
                <a:ea typeface="DejaVu Sans"/>
                <a:cs typeface="DejaVu Sans"/>
              </a:defRPr>
            </a:lvl4pPr>
            <a:lvl5pPr>
              <a:defRPr sz="2700" b="0">
                <a:solidFill>
                  <a:srgbClr val="ECF6FB"/>
                </a:solidFill>
                <a:latin typeface="DejaVu Sans"/>
                <a:ea typeface="DejaVu Sans"/>
                <a:cs typeface="DejaVu Sans"/>
              </a:defRPr>
            </a:lvl5pPr>
            <a:lvl6pPr>
              <a:defRPr sz="2700" b="0">
                <a:solidFill>
                  <a:srgbClr val="ECF6FB"/>
                </a:solidFill>
                <a:latin typeface="DejaVu Sans"/>
                <a:ea typeface="DejaVu Sans"/>
                <a:cs typeface="DejaVu Sans"/>
              </a:defRPr>
            </a:lvl6pPr>
            <a:lvl7pPr>
              <a:defRPr sz="2700" b="0">
                <a:solidFill>
                  <a:srgbClr val="ECF6FB"/>
                </a:solidFill>
                <a:latin typeface="DejaVu Sans"/>
                <a:ea typeface="DejaVu Sans"/>
                <a:cs typeface="DejaVu Sans"/>
              </a:defRPr>
            </a:lvl7pPr>
            <a:lvl8pPr>
              <a:defRPr sz="2700" b="0">
                <a:solidFill>
                  <a:srgbClr val="ECF6FB"/>
                </a:solidFill>
                <a:latin typeface="DejaVu Sans"/>
                <a:ea typeface="DejaVu Sans"/>
                <a:cs typeface="DejaVu Sans"/>
              </a:defRPr>
            </a:lvl8pPr>
            <a:lvl9pPr>
              <a:defRPr sz="2700" b="0">
                <a:solidFill>
                  <a:srgbClr val="ECF6FB"/>
                </a:solidFill>
                <a:latin typeface="DejaVu Sans"/>
                <a:ea typeface="DejaVu Sans"/>
                <a:cs typeface="DejaVu Sans"/>
              </a:defRPr>
            </a:lvl9pPr>
          </a:lstStyle>
          <a:p xmlns:a="http://schemas.openxmlformats.org/drawingml/2006/main">
            <a:pPr>
              <a:defRPr sz="2700" b="0">
                <a:solidFill>
                  <a:srgbClr val="ECF6FB"/>
                </a:solidFill>
                <a:latin typeface="DejaVu Sans"/>
                <a:ea typeface="DejaVu Sans"/>
                <a:cs typeface="DejaVu Sans"/>
              </a:defRPr>
            </a:pPr>
            <a:r>
              <a:rPr sz="2700" b="0">
                <a:solidFill>
                  <a:srgbClr val="ECF6FB"/>
                </a:solidFill>
                <a:latin typeface="DejaVu Sans"/>
                <a:ea typeface="DejaVu Sans"/>
                <a:cs typeface="DejaVu Sans"/>
              </a:rPr>
              <a:t>An invoice can name one account while the payment plan uses another.</a:t>
            </a:r>
          </a:p>
        </p:txBody>
      </p:sp>
      <p:sp>
        <p:nvSpPr>
          <p:cNvPr id="4" name="text-3">
            <a:extLst xmlns:a="http://schemas.openxmlformats.org/drawingml/2006/main">
              <a:ext uri="{FF2B5EF4-FFF2-40B4-BE49-F238E27FC236}">
                <a16:creationId xmlns:a16="http://schemas.microsoft.com/office/drawing/2014/main" id="{F9B948E5-487F-4CF6-A307-35F834FCB5AF}"/>
              </a:ext>
            </a:extLst>
          </p:cNvPr>
          <p:cNvSpPr>
            <a:spLocks xmlns:a="http://schemas.openxmlformats.org/drawingml/2006/main" noGrp="1"/>
          </p:cNvSpPr>
          <p:nvPr/>
        </p:nvSpPr>
        <p:spPr>
          <a:xfrm xmlns:a="http://schemas.openxmlformats.org/drawingml/2006/main">
            <a:off x="609600" y="3190875"/>
            <a:ext cx="10287000" cy="1619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325" b="0">
                <a:solidFill>
                  <a:srgbClr val="A3B8C6"/>
                </a:solidFill>
                <a:latin typeface="DejaVu Sans"/>
                <a:ea typeface="DejaVu Sans"/>
                <a:cs typeface="DejaVu Sans"/>
              </a:defRPr>
            </a:defPPr>
            <a:lvl1pPr>
              <a:defRPr sz="2325" b="0">
                <a:solidFill>
                  <a:srgbClr val="A3B8C6"/>
                </a:solidFill>
                <a:latin typeface="DejaVu Sans"/>
                <a:ea typeface="DejaVu Sans"/>
                <a:cs typeface="DejaVu Sans"/>
              </a:defRPr>
            </a:lvl1pPr>
            <a:lvl2pPr>
              <a:defRPr sz="2325" b="0">
                <a:solidFill>
                  <a:srgbClr val="A3B8C6"/>
                </a:solidFill>
                <a:latin typeface="DejaVu Sans"/>
                <a:ea typeface="DejaVu Sans"/>
                <a:cs typeface="DejaVu Sans"/>
              </a:defRPr>
            </a:lvl2pPr>
            <a:lvl3pPr>
              <a:defRPr sz="2325" b="0">
                <a:solidFill>
                  <a:srgbClr val="A3B8C6"/>
                </a:solidFill>
                <a:latin typeface="DejaVu Sans"/>
                <a:ea typeface="DejaVu Sans"/>
                <a:cs typeface="DejaVu Sans"/>
              </a:defRPr>
            </a:lvl3pPr>
            <a:lvl4pPr>
              <a:defRPr sz="2325" b="0">
                <a:solidFill>
                  <a:srgbClr val="A3B8C6"/>
                </a:solidFill>
                <a:latin typeface="DejaVu Sans"/>
                <a:ea typeface="DejaVu Sans"/>
                <a:cs typeface="DejaVu Sans"/>
              </a:defRPr>
            </a:lvl4pPr>
            <a:lvl5pPr>
              <a:defRPr sz="2325" b="0">
                <a:solidFill>
                  <a:srgbClr val="A3B8C6"/>
                </a:solidFill>
                <a:latin typeface="DejaVu Sans"/>
                <a:ea typeface="DejaVu Sans"/>
                <a:cs typeface="DejaVu Sans"/>
              </a:defRPr>
            </a:lvl5pPr>
            <a:lvl6pPr>
              <a:defRPr sz="2325" b="0">
                <a:solidFill>
                  <a:srgbClr val="A3B8C6"/>
                </a:solidFill>
                <a:latin typeface="DejaVu Sans"/>
                <a:ea typeface="DejaVu Sans"/>
                <a:cs typeface="DejaVu Sans"/>
              </a:defRPr>
            </a:lvl6pPr>
            <a:lvl7pPr>
              <a:defRPr sz="2325" b="0">
                <a:solidFill>
                  <a:srgbClr val="A3B8C6"/>
                </a:solidFill>
                <a:latin typeface="DejaVu Sans"/>
                <a:ea typeface="DejaVu Sans"/>
                <a:cs typeface="DejaVu Sans"/>
              </a:defRPr>
            </a:lvl7pPr>
            <a:lvl8pPr>
              <a:defRPr sz="2325" b="0">
                <a:solidFill>
                  <a:srgbClr val="A3B8C6"/>
                </a:solidFill>
                <a:latin typeface="DejaVu Sans"/>
                <a:ea typeface="DejaVu Sans"/>
                <a:cs typeface="DejaVu Sans"/>
              </a:defRPr>
            </a:lvl8pPr>
            <a:lvl9pPr>
              <a:defRPr sz="2325" b="0">
                <a:solidFill>
                  <a:srgbClr val="A3B8C6"/>
                </a:solidFill>
                <a:latin typeface="DejaVu Sans"/>
                <a:ea typeface="DejaVu Sans"/>
                <a:cs typeface="DejaVu Sans"/>
              </a:defRPr>
            </a:lvl9pPr>
          </a:lstStyle>
          <a:p xmlns:a="http://schemas.openxmlformats.org/drawingml/2006/main">
            <a:pPr>
              <a:defRPr sz="2325" b="0">
                <a:solidFill>
                  <a:srgbClr val="A3B8C6"/>
                </a:solidFill>
                <a:latin typeface="DejaVu Sans"/>
                <a:ea typeface="DejaVu Sans"/>
                <a:cs typeface="DejaVu Sans"/>
              </a:defRPr>
            </a:pPr>
            <a:r>
              <a:rPr sz="2325" b="0">
                <a:solidFill>
                  <a:srgbClr val="A3B8C6"/>
                </a:solidFill>
                <a:latin typeface="DejaVu Sans"/>
                <a:ea typeface="DejaVu Sans"/>
                <a:cs typeface="DejaVu Sans"/>
              </a:rPr>
              <a:t>A quote can expire after the student reviews it.</a:t>
            </a:r>
          </a:p>
          <a:p xmlns:a="http://schemas.openxmlformats.org/drawingml/2006/main">
            <a:pPr>
              <a:defRPr sz="2325" b="0">
                <a:solidFill>
                  <a:srgbClr val="A3B8C6"/>
                </a:solidFill>
                <a:latin typeface="DejaVu Sans"/>
                <a:ea typeface="DejaVu Sans"/>
                <a:cs typeface="DejaVu Sans"/>
              </a:defRPr>
            </a:pPr>
            <a:r>
              <a:rPr sz="2325" b="0">
                <a:solidFill>
                  <a:srgbClr val="A3B8C6"/>
                </a:solidFill>
                <a:latin typeface="DejaVu Sans"/>
                <a:ea typeface="DejaVu Sans"/>
                <a:cs typeface="DejaVu Sans"/>
              </a:rPr>
              <a:t>A later document can change the evidence.</a:t>
            </a:r>
          </a:p>
          <a:p xmlns:a="http://schemas.openxmlformats.org/drawingml/2006/main">
            <a:pPr>
              <a:defRPr sz="2325" b="0">
                <a:solidFill>
                  <a:srgbClr val="A3B8C6"/>
                </a:solidFill>
                <a:latin typeface="DejaVu Sans"/>
                <a:ea typeface="DejaVu Sans"/>
                <a:cs typeface="DejaVu Sans"/>
              </a:defRPr>
            </a:pPr>
            <a:r>
              <a:rPr sz="2325" b="0">
                <a:solidFill>
                  <a:srgbClr val="A3B8C6"/>
                </a:solidFill>
                <a:latin typeface="DejaVu Sans"/>
                <a:ea typeface="DejaVu Sans"/>
                <a:cs typeface="DejaVu Sans"/>
              </a:rPr>
              <a:t>A retry can create a duplicate debit.</a:t>
            </a:r>
          </a:p>
        </p:txBody>
      </p:sp>
      <p:sp>
        <p:nvSpPr>
          <p:cNvPr id="5" name="text-4">
            <a:extLst xmlns:a="http://schemas.openxmlformats.org/drawingml/2006/main">
              <a:ext uri="{FF2B5EF4-FFF2-40B4-BE49-F238E27FC236}">
                <a16:creationId xmlns:a16="http://schemas.microsoft.com/office/drawing/2014/main" id="{7523471F-DB7E-4FF5-A94D-DBE3512C8E6B}"/>
              </a:ext>
            </a:extLst>
          </p:cNvPr>
          <p:cNvSpPr>
            <a:spLocks xmlns:a="http://schemas.openxmlformats.org/drawingml/2006/main" noGrp="1"/>
          </p:cNvSpPr>
          <p:nvPr/>
        </p:nvSpPr>
        <p:spPr>
          <a:xfrm xmlns:a="http://schemas.openxmlformats.org/drawingml/2006/main">
            <a:off x="609600" y="5372100"/>
            <a:ext cx="102870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175" b="1">
                <a:solidFill>
                  <a:srgbClr val="55D6BA"/>
                </a:solidFill>
                <a:latin typeface="DejaVu Sans"/>
                <a:ea typeface="DejaVu Sans"/>
                <a:cs typeface="DejaVu Sans"/>
              </a:defRPr>
            </a:defPPr>
            <a:lvl1pPr>
              <a:defRPr sz="2175" b="1">
                <a:solidFill>
                  <a:srgbClr val="55D6BA"/>
                </a:solidFill>
                <a:latin typeface="DejaVu Sans"/>
                <a:ea typeface="DejaVu Sans"/>
                <a:cs typeface="DejaVu Sans"/>
              </a:defRPr>
            </a:lvl1pPr>
            <a:lvl2pPr>
              <a:defRPr sz="2175" b="1">
                <a:solidFill>
                  <a:srgbClr val="55D6BA"/>
                </a:solidFill>
                <a:latin typeface="DejaVu Sans"/>
                <a:ea typeface="DejaVu Sans"/>
                <a:cs typeface="DejaVu Sans"/>
              </a:defRPr>
            </a:lvl2pPr>
            <a:lvl3pPr>
              <a:defRPr sz="2175" b="1">
                <a:solidFill>
                  <a:srgbClr val="55D6BA"/>
                </a:solidFill>
                <a:latin typeface="DejaVu Sans"/>
                <a:ea typeface="DejaVu Sans"/>
                <a:cs typeface="DejaVu Sans"/>
              </a:defRPr>
            </a:lvl3pPr>
            <a:lvl4pPr>
              <a:defRPr sz="2175" b="1">
                <a:solidFill>
                  <a:srgbClr val="55D6BA"/>
                </a:solidFill>
                <a:latin typeface="DejaVu Sans"/>
                <a:ea typeface="DejaVu Sans"/>
                <a:cs typeface="DejaVu Sans"/>
              </a:defRPr>
            </a:lvl4pPr>
            <a:lvl5pPr>
              <a:defRPr sz="2175" b="1">
                <a:solidFill>
                  <a:srgbClr val="55D6BA"/>
                </a:solidFill>
                <a:latin typeface="DejaVu Sans"/>
                <a:ea typeface="DejaVu Sans"/>
                <a:cs typeface="DejaVu Sans"/>
              </a:defRPr>
            </a:lvl5pPr>
            <a:lvl6pPr>
              <a:defRPr sz="2175" b="1">
                <a:solidFill>
                  <a:srgbClr val="55D6BA"/>
                </a:solidFill>
                <a:latin typeface="DejaVu Sans"/>
                <a:ea typeface="DejaVu Sans"/>
                <a:cs typeface="DejaVu Sans"/>
              </a:defRPr>
            </a:lvl6pPr>
            <a:lvl7pPr>
              <a:defRPr sz="2175" b="1">
                <a:solidFill>
                  <a:srgbClr val="55D6BA"/>
                </a:solidFill>
                <a:latin typeface="DejaVu Sans"/>
                <a:ea typeface="DejaVu Sans"/>
                <a:cs typeface="DejaVu Sans"/>
              </a:defRPr>
            </a:lvl7pPr>
            <a:lvl8pPr>
              <a:defRPr sz="2175" b="1">
                <a:solidFill>
                  <a:srgbClr val="55D6BA"/>
                </a:solidFill>
                <a:latin typeface="DejaVu Sans"/>
                <a:ea typeface="DejaVu Sans"/>
                <a:cs typeface="DejaVu Sans"/>
              </a:defRPr>
            </a:lvl8pPr>
            <a:lvl9pPr>
              <a:defRPr sz="2175" b="1">
                <a:solidFill>
                  <a:srgbClr val="55D6BA"/>
                </a:solidFill>
                <a:latin typeface="DejaVu Sans"/>
                <a:ea typeface="DejaVu Sans"/>
                <a:cs typeface="DejaVu Sans"/>
              </a:defRPr>
            </a:lvl9pPr>
          </a:lstStyle>
          <a:p xmlns:a="http://schemas.openxmlformats.org/drawingml/2006/main">
            <a:pPr>
              <a:defRPr sz="2175" b="1">
                <a:solidFill>
                  <a:srgbClr val="55D6BA"/>
                </a:solidFill>
                <a:latin typeface="DejaVu Sans"/>
                <a:ea typeface="DejaVu Sans"/>
                <a:cs typeface="DejaVu Sans"/>
              </a:defRPr>
            </a:pPr>
            <a:r>
              <a:rPr sz="2175" b="1">
                <a:solidFill>
                  <a:srgbClr val="55D6BA"/>
                </a:solidFill>
                <a:latin typeface="DejaVu Sans"/>
                <a:ea typeface="DejaVu Sans"/>
                <a:cs typeface="DejaVu Sans"/>
              </a:rPr>
              <a:t>The tested kernel rechecks these conditions before internal execution.</a:t>
            </a:r>
          </a:p>
        </p:txBody>
      </p:sp>
    </p:spTree>
    <p:extLst>
      <p:ext uri="{BB962C8B-B14F-4D97-AF65-F5344CB8AC3E}">
        <p14:creationId xmlns:p14="http://schemas.microsoft.com/office/powerpoint/2010/main" val="1124323028"/>
      </p:ext>
    </p:extLst>
  </p:cSld>
</p:sld>
</file>

<file path=ppt/slides/slide3.xml><?xml version="1.0" encoding="utf-8"?>
<p:sld xmlns:p="http://schemas.openxmlformats.org/presentationml/2006/main">
  <p:cSld>
    <p:bg>
      <p:bgPr>
        <a:solidFill xmlns:a="http://schemas.openxmlformats.org/drawingml/2006/main">
          <a:srgbClr val="071522"/>
        </a:solidFill>
      </p:bgPr>
    </p:bg>
    <p:spTree>
      <p:nvGrpSpPr>
        <p:cNvPr id="1" name=""/>
        <p:cNvGrpSpPr/>
        <p:nvPr/>
      </p:nvGrpSpPr>
      <p:grpSpPr>
        <a:xfrm xmlns:a="http://schemas.openxmlformats.org/drawingml/2006/main"/>
      </p:grpSpPr>
      <p:sp>
        <p:nvSpPr>
          <p:cNvPr id="5" name="text-0">
            <a:extLst xmlns:a="http://schemas.openxmlformats.org/drawingml/2006/main">
              <a:ext uri="{FF2B5EF4-FFF2-40B4-BE49-F238E27FC236}">
                <a16:creationId xmlns:a16="http://schemas.microsoft.com/office/drawing/2014/main" id="{203ABC3A-A2F2-4203-9DB9-3FED0F5B8955}"/>
              </a:ext>
            </a:extLst>
          </p:cNvPr>
          <p:cNvSpPr>
            <a:spLocks xmlns:a="http://schemas.openxmlformats.org/drawingml/2006/main" noGrp="1"/>
          </p:cNvSpPr>
          <p:nvPr/>
        </p:nvSpPr>
        <p:spPr>
          <a:xfrm xmlns:a="http://schemas.openxmlformats.org/drawingml/2006/main">
            <a:off x="609600" y="457200"/>
            <a:ext cx="108585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300" b="1">
                <a:solidFill>
                  <a:srgbClr val="ECF6FB"/>
                </a:solidFill>
                <a:latin typeface="DejaVu Sans"/>
                <a:ea typeface="DejaVu Sans"/>
                <a:cs typeface="DejaVu Sans"/>
              </a:defRPr>
            </a:defPPr>
            <a:lvl1pPr>
              <a:defRPr sz="3300" b="1">
                <a:solidFill>
                  <a:srgbClr val="ECF6FB"/>
                </a:solidFill>
                <a:latin typeface="DejaVu Sans"/>
                <a:ea typeface="DejaVu Sans"/>
                <a:cs typeface="DejaVu Sans"/>
              </a:defRPr>
            </a:lvl1pPr>
            <a:lvl2pPr>
              <a:defRPr sz="3300" b="1">
                <a:solidFill>
                  <a:srgbClr val="ECF6FB"/>
                </a:solidFill>
                <a:latin typeface="DejaVu Sans"/>
                <a:ea typeface="DejaVu Sans"/>
                <a:cs typeface="DejaVu Sans"/>
              </a:defRPr>
            </a:lvl2pPr>
            <a:lvl3pPr>
              <a:defRPr sz="3300" b="1">
                <a:solidFill>
                  <a:srgbClr val="ECF6FB"/>
                </a:solidFill>
                <a:latin typeface="DejaVu Sans"/>
                <a:ea typeface="DejaVu Sans"/>
                <a:cs typeface="DejaVu Sans"/>
              </a:defRPr>
            </a:lvl3pPr>
            <a:lvl4pPr>
              <a:defRPr sz="3300" b="1">
                <a:solidFill>
                  <a:srgbClr val="ECF6FB"/>
                </a:solidFill>
                <a:latin typeface="DejaVu Sans"/>
                <a:ea typeface="DejaVu Sans"/>
                <a:cs typeface="DejaVu Sans"/>
              </a:defRPr>
            </a:lvl4pPr>
            <a:lvl5pPr>
              <a:defRPr sz="3300" b="1">
                <a:solidFill>
                  <a:srgbClr val="ECF6FB"/>
                </a:solidFill>
                <a:latin typeface="DejaVu Sans"/>
                <a:ea typeface="DejaVu Sans"/>
                <a:cs typeface="DejaVu Sans"/>
              </a:defRPr>
            </a:lvl5pPr>
            <a:lvl6pPr>
              <a:defRPr sz="3300" b="1">
                <a:solidFill>
                  <a:srgbClr val="ECF6FB"/>
                </a:solidFill>
                <a:latin typeface="DejaVu Sans"/>
                <a:ea typeface="DejaVu Sans"/>
                <a:cs typeface="DejaVu Sans"/>
              </a:defRPr>
            </a:lvl6pPr>
            <a:lvl7pPr>
              <a:defRPr sz="3300" b="1">
                <a:solidFill>
                  <a:srgbClr val="ECF6FB"/>
                </a:solidFill>
                <a:latin typeface="DejaVu Sans"/>
                <a:ea typeface="DejaVu Sans"/>
                <a:cs typeface="DejaVu Sans"/>
              </a:defRPr>
            </a:lvl7pPr>
            <a:lvl8pPr>
              <a:defRPr sz="3300" b="1">
                <a:solidFill>
                  <a:srgbClr val="ECF6FB"/>
                </a:solidFill>
                <a:latin typeface="DejaVu Sans"/>
                <a:ea typeface="DejaVu Sans"/>
                <a:cs typeface="DejaVu Sans"/>
              </a:defRPr>
            </a:lvl8pPr>
            <a:lvl9pPr>
              <a:defRPr sz="3300" b="1">
                <a:solidFill>
                  <a:srgbClr val="ECF6FB"/>
                </a:solidFill>
                <a:latin typeface="DejaVu Sans"/>
                <a:ea typeface="DejaVu Sans"/>
                <a:cs typeface="DejaVu Sans"/>
              </a:defRPr>
            </a:lvl9pPr>
          </a:lstStyle>
          <a:p xmlns:a="http://schemas.openxmlformats.org/drawingml/2006/main">
            <a:pPr>
              <a:defRPr sz="3300" b="1">
                <a:solidFill>
                  <a:srgbClr val="ECF6FB"/>
                </a:solidFill>
                <a:latin typeface="DejaVu Sans"/>
                <a:ea typeface="DejaVu Sans"/>
                <a:cs typeface="DejaVu Sans"/>
              </a:defRPr>
            </a:pPr>
            <a:r>
              <a:rPr sz="3300" b="1">
                <a:solidFill>
                  <a:srgbClr val="ECF6FB"/>
                </a:solidFill>
                <a:latin typeface="DejaVu Sans"/>
                <a:ea typeface="DejaVu Sans"/>
                <a:cs typeface="DejaVu Sans"/>
              </a:rPr>
              <a:t>A new account starts with empty records</a:t>
            </a:r>
          </a:p>
        </p:txBody>
      </p:sp>
      <p:sp>
        <p:nvSpPr>
          <p:cNvPr id="2" name="text-1">
            <a:extLst xmlns:a="http://schemas.openxmlformats.org/drawingml/2006/main">
              <a:ext uri="{FF2B5EF4-FFF2-40B4-BE49-F238E27FC236}">
                <a16:creationId xmlns:a16="http://schemas.microsoft.com/office/drawing/2014/main" id="{0F14B234-59D1-4924-B335-387E1F98BEED}"/>
              </a:ext>
            </a:extLst>
          </p:cNvPr>
          <p:cNvSpPr>
            <a:spLocks xmlns:a="http://schemas.openxmlformats.org/drawingml/2006/main" noGrp="1"/>
          </p:cNvSpPr>
          <p:nvPr/>
        </p:nvSpPr>
        <p:spPr>
          <a:xfrm xmlns:a="http://schemas.openxmlformats.org/drawingml/2006/main">
            <a:off x="11144250" y="6305550"/>
            <a:ext cx="476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350" b="0">
                <a:solidFill>
                  <a:srgbClr val="A3B8C6"/>
                </a:solidFill>
                <a:latin typeface="DejaVu Sans"/>
                <a:ea typeface="DejaVu Sans"/>
                <a:cs typeface="DejaVu Sans"/>
              </a:defRPr>
            </a:defPPr>
            <a:lvl1pPr>
              <a:defRPr sz="1350" b="0">
                <a:solidFill>
                  <a:srgbClr val="A3B8C6"/>
                </a:solidFill>
                <a:latin typeface="DejaVu Sans"/>
                <a:ea typeface="DejaVu Sans"/>
                <a:cs typeface="DejaVu Sans"/>
              </a:defRPr>
            </a:lvl1pPr>
            <a:lvl2pPr>
              <a:defRPr sz="1350" b="0">
                <a:solidFill>
                  <a:srgbClr val="A3B8C6"/>
                </a:solidFill>
                <a:latin typeface="DejaVu Sans"/>
                <a:ea typeface="DejaVu Sans"/>
                <a:cs typeface="DejaVu Sans"/>
              </a:defRPr>
            </a:lvl2pPr>
            <a:lvl3pPr>
              <a:defRPr sz="1350" b="0">
                <a:solidFill>
                  <a:srgbClr val="A3B8C6"/>
                </a:solidFill>
                <a:latin typeface="DejaVu Sans"/>
                <a:ea typeface="DejaVu Sans"/>
                <a:cs typeface="DejaVu Sans"/>
              </a:defRPr>
            </a:lvl3pPr>
            <a:lvl4pPr>
              <a:defRPr sz="1350" b="0">
                <a:solidFill>
                  <a:srgbClr val="A3B8C6"/>
                </a:solidFill>
                <a:latin typeface="DejaVu Sans"/>
                <a:ea typeface="DejaVu Sans"/>
                <a:cs typeface="DejaVu Sans"/>
              </a:defRPr>
            </a:lvl4pPr>
            <a:lvl5pPr>
              <a:defRPr sz="1350" b="0">
                <a:solidFill>
                  <a:srgbClr val="A3B8C6"/>
                </a:solidFill>
                <a:latin typeface="DejaVu Sans"/>
                <a:ea typeface="DejaVu Sans"/>
                <a:cs typeface="DejaVu Sans"/>
              </a:defRPr>
            </a:lvl5pPr>
            <a:lvl6pPr>
              <a:defRPr sz="1350" b="0">
                <a:solidFill>
                  <a:srgbClr val="A3B8C6"/>
                </a:solidFill>
                <a:latin typeface="DejaVu Sans"/>
                <a:ea typeface="DejaVu Sans"/>
                <a:cs typeface="DejaVu Sans"/>
              </a:defRPr>
            </a:lvl6pPr>
            <a:lvl7pPr>
              <a:defRPr sz="1350" b="0">
                <a:solidFill>
                  <a:srgbClr val="A3B8C6"/>
                </a:solidFill>
                <a:latin typeface="DejaVu Sans"/>
                <a:ea typeface="DejaVu Sans"/>
                <a:cs typeface="DejaVu Sans"/>
              </a:defRPr>
            </a:lvl7pPr>
            <a:lvl8pPr>
              <a:defRPr sz="1350" b="0">
                <a:solidFill>
                  <a:srgbClr val="A3B8C6"/>
                </a:solidFill>
                <a:latin typeface="DejaVu Sans"/>
                <a:ea typeface="DejaVu Sans"/>
                <a:cs typeface="DejaVu Sans"/>
              </a:defRPr>
            </a:lvl8pPr>
            <a:lvl9pPr>
              <a:defRPr sz="1350" b="0">
                <a:solidFill>
                  <a:srgbClr val="A3B8C6"/>
                </a:solidFill>
                <a:latin typeface="DejaVu Sans"/>
                <a:ea typeface="DejaVu Sans"/>
                <a:cs typeface="DejaVu Sans"/>
              </a:defRPr>
            </a:lvl9pPr>
          </a:lstStyle>
          <a:p xmlns:a="http://schemas.openxmlformats.org/drawingml/2006/main">
            <a:pPr>
              <a:defRPr sz="1350" b="0">
                <a:solidFill>
                  <a:srgbClr val="A3B8C6"/>
                </a:solidFill>
                <a:latin typeface="DejaVu Sans"/>
                <a:ea typeface="DejaVu Sans"/>
                <a:cs typeface="DejaVu Sans"/>
              </a:defRPr>
            </a:pPr>
            <a:r>
              <a:rPr sz="1350" b="0">
                <a:solidFill>
                  <a:srgbClr val="A3B8C6"/>
                </a:solidFill>
                <a:latin typeface="DejaVu Sans"/>
                <a:ea typeface="DejaVu Sans"/>
                <a:cs typeface="DejaVu Sans"/>
              </a:rPr>
              <a:t>03</a:t>
            </a:r>
          </a:p>
        </p:txBody>
      </p:sp>
      <p:pic>
        <p:nvPicPr>
          <p:cNvPr id="3" name="">
            <a:extLst xmlns:a="http://schemas.openxmlformats.org/drawingml/2006/main">
              <a:ext uri="{FF2B5EF4-FFF2-40B4-BE49-F238E27FC236}">
                <a16:creationId xmlns:a16="http://schemas.microsoft.com/office/drawing/2014/main" id="{2E2EEF2A-6FE0-440C-9DC0-5DA3ADBFAB5B}"/>
              </a:ext>
            </a:extLst>
          </p:cNvPr>
          <p:cNvPicPr>
            <a:picLocks xmlns:a="http://schemas.openxmlformats.org/drawingml/2006/main" noChangeAspect="1"/>
          </p:cNvPicPr>
          <p:nvPr/>
        </p:nvPicPr>
        <p:blipFill>
          <a:blip xmlns:r="http://schemas.openxmlformats.org/officeDocument/2006/relationships" xmlns:a="http://schemas.openxmlformats.org/drawingml/2006/main" r:embed="R3b51e698b27542e7"/>
          <a:stretch xmlns:a="http://schemas.openxmlformats.org/drawingml/2006/main"/>
        </p:blipFill>
        <p:spPr>
          <a:xfrm xmlns:a="http://schemas.openxmlformats.org/drawingml/2006/main">
            <a:off x="1365885" y="1485900"/>
            <a:ext cx="6583680" cy="4572000"/>
          </a:xfrm>
          <a:prstGeom xmlns:a="http://schemas.openxmlformats.org/drawingml/2006/main" prst="rect">
            <a:avLst/>
          </a:prstGeom>
        </p:spPr>
      </p:pic>
      <p:sp>
        <p:nvSpPr>
          <p:cNvPr id="4" name="text-2">
            <a:extLst xmlns:a="http://schemas.openxmlformats.org/drawingml/2006/main">
              <a:ext uri="{FF2B5EF4-FFF2-40B4-BE49-F238E27FC236}">
                <a16:creationId xmlns:a16="http://schemas.microsoft.com/office/drawing/2014/main" id="{FB5454E3-CFBB-4006-85F7-180C5E22E713}"/>
              </a:ext>
            </a:extLst>
          </p:cNvPr>
          <p:cNvSpPr>
            <a:spLocks xmlns:a="http://schemas.openxmlformats.org/drawingml/2006/main" noGrp="1"/>
          </p:cNvSpPr>
          <p:nvPr/>
        </p:nvSpPr>
        <p:spPr>
          <a:xfrm xmlns:a="http://schemas.openxmlformats.org/drawingml/2006/main">
            <a:off x="9048750" y="1809750"/>
            <a:ext cx="2476500" cy="3714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75" b="0">
                <a:solidFill>
                  <a:srgbClr val="A3B8C6"/>
                </a:solidFill>
                <a:latin typeface="DejaVu Sans"/>
                <a:ea typeface="DejaVu Sans"/>
                <a:cs typeface="DejaVu Sans"/>
              </a:defRPr>
            </a:defPPr>
            <a:lvl1pPr>
              <a:defRPr sz="1875" b="0">
                <a:solidFill>
                  <a:srgbClr val="A3B8C6"/>
                </a:solidFill>
                <a:latin typeface="DejaVu Sans"/>
                <a:ea typeface="DejaVu Sans"/>
                <a:cs typeface="DejaVu Sans"/>
              </a:defRPr>
            </a:lvl1pPr>
            <a:lvl2pPr>
              <a:defRPr sz="1875" b="0">
                <a:solidFill>
                  <a:srgbClr val="A3B8C6"/>
                </a:solidFill>
                <a:latin typeface="DejaVu Sans"/>
                <a:ea typeface="DejaVu Sans"/>
                <a:cs typeface="DejaVu Sans"/>
              </a:defRPr>
            </a:lvl2pPr>
            <a:lvl3pPr>
              <a:defRPr sz="1875" b="0">
                <a:solidFill>
                  <a:srgbClr val="A3B8C6"/>
                </a:solidFill>
                <a:latin typeface="DejaVu Sans"/>
                <a:ea typeface="DejaVu Sans"/>
                <a:cs typeface="DejaVu Sans"/>
              </a:defRPr>
            </a:lvl3pPr>
            <a:lvl4pPr>
              <a:defRPr sz="1875" b="0">
                <a:solidFill>
                  <a:srgbClr val="A3B8C6"/>
                </a:solidFill>
                <a:latin typeface="DejaVu Sans"/>
                <a:ea typeface="DejaVu Sans"/>
                <a:cs typeface="DejaVu Sans"/>
              </a:defRPr>
            </a:lvl4pPr>
            <a:lvl5pPr>
              <a:defRPr sz="1875" b="0">
                <a:solidFill>
                  <a:srgbClr val="A3B8C6"/>
                </a:solidFill>
                <a:latin typeface="DejaVu Sans"/>
                <a:ea typeface="DejaVu Sans"/>
                <a:cs typeface="DejaVu Sans"/>
              </a:defRPr>
            </a:lvl5pPr>
            <a:lvl6pPr>
              <a:defRPr sz="1875" b="0">
                <a:solidFill>
                  <a:srgbClr val="A3B8C6"/>
                </a:solidFill>
                <a:latin typeface="DejaVu Sans"/>
                <a:ea typeface="DejaVu Sans"/>
                <a:cs typeface="DejaVu Sans"/>
              </a:defRPr>
            </a:lvl6pPr>
            <a:lvl7pPr>
              <a:defRPr sz="1875" b="0">
                <a:solidFill>
                  <a:srgbClr val="A3B8C6"/>
                </a:solidFill>
                <a:latin typeface="DejaVu Sans"/>
                <a:ea typeface="DejaVu Sans"/>
                <a:cs typeface="DejaVu Sans"/>
              </a:defRPr>
            </a:lvl7pPr>
            <a:lvl8pPr>
              <a:defRPr sz="1875" b="0">
                <a:solidFill>
                  <a:srgbClr val="A3B8C6"/>
                </a:solidFill>
                <a:latin typeface="DejaVu Sans"/>
                <a:ea typeface="DejaVu Sans"/>
                <a:cs typeface="DejaVu Sans"/>
              </a:defRPr>
            </a:lvl8pPr>
            <a:lvl9pPr>
              <a:defRPr sz="1875" b="0">
                <a:solidFill>
                  <a:srgbClr val="A3B8C6"/>
                </a:solidFill>
                <a:latin typeface="DejaVu Sans"/>
                <a:ea typeface="DejaVu Sans"/>
                <a:cs typeface="DejaVu Sans"/>
              </a:defRPr>
            </a:lvl9pPr>
          </a:lstStyle>
          <a:p xmlns:a="http://schemas.openxmlformats.org/drawingml/2006/main">
            <a:pPr>
              <a:defRPr sz="1875" b="0">
                <a:solidFill>
                  <a:srgbClr val="A3B8C6"/>
                </a:solidFill>
                <a:latin typeface="DejaVu Sans"/>
                <a:ea typeface="DejaVu Sans"/>
                <a:cs typeface="DejaVu Sans"/>
              </a:defRPr>
            </a:pPr>
            <a:r>
              <a:rPr sz="1875" b="0">
                <a:solidFill>
                  <a:srgbClr val="A3B8C6"/>
                </a:solidFill>
                <a:latin typeface="DejaVu Sans"/>
                <a:ea typeface="DejaVu Sans"/>
                <a:cs typeface="DejaVu Sans"/>
              </a:rPr>
              <a:t>Native browser requests</a:t>
            </a:r>
          </a:p>
          <a:p xmlns:a="http://schemas.openxmlformats.org/drawingml/2006/main">
            <a:r>
              <a:t/>
            </a:r>
          </a:p>
          <a:p xmlns:a="http://schemas.openxmlformats.org/drawingml/2006/main">
            <a:pPr>
              <a:defRPr sz="1875" b="0">
                <a:solidFill>
                  <a:srgbClr val="A3B8C6"/>
                </a:solidFill>
                <a:latin typeface="DejaVu Sans"/>
                <a:ea typeface="DejaVu Sans"/>
                <a:cs typeface="DejaVu Sans"/>
              </a:defRPr>
            </a:pPr>
            <a:r>
              <a:rPr sz="1875" b="0">
                <a:solidFill>
                  <a:srgbClr val="A3B8C6"/>
                </a:solidFill>
                <a:latin typeface="DejaVu Sans"/>
                <a:ea typeface="DejaVu Sans"/>
                <a:cs typeface="DejaVu Sans"/>
              </a:rPr>
              <a:t>Zero records before case creation</a:t>
            </a:r>
          </a:p>
          <a:p xmlns:a="http://schemas.openxmlformats.org/drawingml/2006/main">
            <a:r>
              <a:t/>
            </a:r>
          </a:p>
          <a:p xmlns:a="http://schemas.openxmlformats.org/drawingml/2006/main">
            <a:pPr>
              <a:defRPr sz="1875" b="0">
                <a:solidFill>
                  <a:srgbClr val="A3B8C6"/>
                </a:solidFill>
                <a:latin typeface="DejaVu Sans"/>
                <a:ea typeface="DejaVu Sans"/>
                <a:cs typeface="DejaVu Sans"/>
              </a:defRPr>
            </a:pPr>
            <a:r>
              <a:rPr sz="1875" b="0">
                <a:solidFill>
                  <a:srgbClr val="A3B8C6"/>
                </a:solidFill>
                <a:latin typeface="DejaVu Sans"/>
                <a:ea typeface="DejaVu Sans"/>
                <a:cs typeface="DejaVu Sans"/>
              </a:rPr>
              <a:t>Same backend for both UIs</a:t>
            </a:r>
          </a:p>
        </p:txBody>
      </p:sp>
    </p:spTree>
    <p:extLst>
      <p:ext uri="{BB962C8B-B14F-4D97-AF65-F5344CB8AC3E}">
        <p14:creationId xmlns:p14="http://schemas.microsoft.com/office/powerpoint/2010/main" val="2110534925"/>
      </p:ext>
    </p:extLst>
  </p:cSld>
</p:sld>
</file>

<file path=ppt/slides/slide4.xml><?xml version="1.0" encoding="utf-8"?>
<p:sld xmlns:p="http://schemas.openxmlformats.org/presentationml/2006/main">
  <p:cSld>
    <p:bg>
      <p:bgPr>
        <a:solidFill xmlns:a="http://schemas.openxmlformats.org/drawingml/2006/main">
          <a:srgbClr val="071522"/>
        </a:solidFill>
      </p:bgPr>
    </p:bg>
    <p:spTree>
      <p:nvGrpSpPr>
        <p:cNvPr id="1" name=""/>
        <p:cNvGrpSpPr/>
        <p:nvPr/>
      </p:nvGrpSpPr>
      <p:grpSpPr>
        <a:xfrm xmlns:a="http://schemas.openxmlformats.org/drawingml/2006/main"/>
      </p:grpSpPr>
      <p:sp>
        <p:nvSpPr>
          <p:cNvPr id="5" name="text-0">
            <a:extLst xmlns:a="http://schemas.openxmlformats.org/drawingml/2006/main">
              <a:ext uri="{FF2B5EF4-FFF2-40B4-BE49-F238E27FC236}">
                <a16:creationId xmlns:a16="http://schemas.microsoft.com/office/drawing/2014/main" id="{251A3C1B-AC8E-4A31-BA48-277055027842}"/>
              </a:ext>
            </a:extLst>
          </p:cNvPr>
          <p:cNvSpPr>
            <a:spLocks xmlns:a="http://schemas.openxmlformats.org/drawingml/2006/main" noGrp="1"/>
          </p:cNvSpPr>
          <p:nvPr/>
        </p:nvSpPr>
        <p:spPr>
          <a:xfrm xmlns:a="http://schemas.openxmlformats.org/drawingml/2006/main">
            <a:off x="609600" y="457200"/>
            <a:ext cx="108585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300" b="1">
                <a:solidFill>
                  <a:srgbClr val="ECF6FB"/>
                </a:solidFill>
                <a:latin typeface="DejaVu Sans"/>
                <a:ea typeface="DejaVu Sans"/>
                <a:cs typeface="DejaVu Sans"/>
              </a:defRPr>
            </a:defPPr>
            <a:lvl1pPr>
              <a:defRPr sz="3300" b="1">
                <a:solidFill>
                  <a:srgbClr val="ECF6FB"/>
                </a:solidFill>
                <a:latin typeface="DejaVu Sans"/>
                <a:ea typeface="DejaVu Sans"/>
                <a:cs typeface="DejaVu Sans"/>
              </a:defRPr>
            </a:lvl1pPr>
            <a:lvl2pPr>
              <a:defRPr sz="3300" b="1">
                <a:solidFill>
                  <a:srgbClr val="ECF6FB"/>
                </a:solidFill>
                <a:latin typeface="DejaVu Sans"/>
                <a:ea typeface="DejaVu Sans"/>
                <a:cs typeface="DejaVu Sans"/>
              </a:defRPr>
            </a:lvl2pPr>
            <a:lvl3pPr>
              <a:defRPr sz="3300" b="1">
                <a:solidFill>
                  <a:srgbClr val="ECF6FB"/>
                </a:solidFill>
                <a:latin typeface="DejaVu Sans"/>
                <a:ea typeface="DejaVu Sans"/>
                <a:cs typeface="DejaVu Sans"/>
              </a:defRPr>
            </a:lvl3pPr>
            <a:lvl4pPr>
              <a:defRPr sz="3300" b="1">
                <a:solidFill>
                  <a:srgbClr val="ECF6FB"/>
                </a:solidFill>
                <a:latin typeface="DejaVu Sans"/>
                <a:ea typeface="DejaVu Sans"/>
                <a:cs typeface="DejaVu Sans"/>
              </a:defRPr>
            </a:lvl4pPr>
            <a:lvl5pPr>
              <a:defRPr sz="3300" b="1">
                <a:solidFill>
                  <a:srgbClr val="ECF6FB"/>
                </a:solidFill>
                <a:latin typeface="DejaVu Sans"/>
                <a:ea typeface="DejaVu Sans"/>
                <a:cs typeface="DejaVu Sans"/>
              </a:defRPr>
            </a:lvl5pPr>
            <a:lvl6pPr>
              <a:defRPr sz="3300" b="1">
                <a:solidFill>
                  <a:srgbClr val="ECF6FB"/>
                </a:solidFill>
                <a:latin typeface="DejaVu Sans"/>
                <a:ea typeface="DejaVu Sans"/>
                <a:cs typeface="DejaVu Sans"/>
              </a:defRPr>
            </a:lvl6pPr>
            <a:lvl7pPr>
              <a:defRPr sz="3300" b="1">
                <a:solidFill>
                  <a:srgbClr val="ECF6FB"/>
                </a:solidFill>
                <a:latin typeface="DejaVu Sans"/>
                <a:ea typeface="DejaVu Sans"/>
                <a:cs typeface="DejaVu Sans"/>
              </a:defRPr>
            </a:lvl7pPr>
            <a:lvl8pPr>
              <a:defRPr sz="3300" b="1">
                <a:solidFill>
                  <a:srgbClr val="ECF6FB"/>
                </a:solidFill>
                <a:latin typeface="DejaVu Sans"/>
                <a:ea typeface="DejaVu Sans"/>
                <a:cs typeface="DejaVu Sans"/>
              </a:defRPr>
            </a:lvl8pPr>
            <a:lvl9pPr>
              <a:defRPr sz="3300" b="1">
                <a:solidFill>
                  <a:srgbClr val="ECF6FB"/>
                </a:solidFill>
                <a:latin typeface="DejaVu Sans"/>
                <a:ea typeface="DejaVu Sans"/>
                <a:cs typeface="DejaVu Sans"/>
              </a:defRPr>
            </a:lvl9pPr>
          </a:lstStyle>
          <a:p xmlns:a="http://schemas.openxmlformats.org/drawingml/2006/main">
            <a:pPr>
              <a:defRPr sz="3300" b="1">
                <a:solidFill>
                  <a:srgbClr val="ECF6FB"/>
                </a:solidFill>
                <a:latin typeface="DejaVu Sans"/>
                <a:ea typeface="DejaVu Sans"/>
                <a:cs typeface="DejaVu Sans"/>
              </a:defRPr>
            </a:pPr>
            <a:r>
              <a:rPr sz="3300" b="1">
                <a:solidFill>
                  <a:srgbClr val="ECF6FB"/>
                </a:solidFill>
                <a:latin typeface="DejaVu Sans"/>
                <a:ea typeface="DejaVu Sans"/>
                <a:cs typeface="DejaVu Sans"/>
              </a:rPr>
              <a:t>The financial safety kernel</a:t>
            </a:r>
          </a:p>
        </p:txBody>
      </p:sp>
      <p:sp>
        <p:nvSpPr>
          <p:cNvPr id="2" name="text-1">
            <a:extLst xmlns:a="http://schemas.openxmlformats.org/drawingml/2006/main">
              <a:ext uri="{FF2B5EF4-FFF2-40B4-BE49-F238E27FC236}">
                <a16:creationId xmlns:a16="http://schemas.microsoft.com/office/drawing/2014/main" id="{EFFBD403-B80B-480A-88FD-DC36CA6DA05E}"/>
              </a:ext>
            </a:extLst>
          </p:cNvPr>
          <p:cNvSpPr>
            <a:spLocks xmlns:a="http://schemas.openxmlformats.org/drawingml/2006/main" noGrp="1"/>
          </p:cNvSpPr>
          <p:nvPr/>
        </p:nvSpPr>
        <p:spPr>
          <a:xfrm xmlns:a="http://schemas.openxmlformats.org/drawingml/2006/main">
            <a:off x="11144250" y="6305550"/>
            <a:ext cx="476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350" b="0">
                <a:solidFill>
                  <a:srgbClr val="A3B8C6"/>
                </a:solidFill>
                <a:latin typeface="DejaVu Sans"/>
                <a:ea typeface="DejaVu Sans"/>
                <a:cs typeface="DejaVu Sans"/>
              </a:defRPr>
            </a:defPPr>
            <a:lvl1pPr>
              <a:defRPr sz="1350" b="0">
                <a:solidFill>
                  <a:srgbClr val="A3B8C6"/>
                </a:solidFill>
                <a:latin typeface="DejaVu Sans"/>
                <a:ea typeface="DejaVu Sans"/>
                <a:cs typeface="DejaVu Sans"/>
              </a:defRPr>
            </a:lvl1pPr>
            <a:lvl2pPr>
              <a:defRPr sz="1350" b="0">
                <a:solidFill>
                  <a:srgbClr val="A3B8C6"/>
                </a:solidFill>
                <a:latin typeface="DejaVu Sans"/>
                <a:ea typeface="DejaVu Sans"/>
                <a:cs typeface="DejaVu Sans"/>
              </a:defRPr>
            </a:lvl2pPr>
            <a:lvl3pPr>
              <a:defRPr sz="1350" b="0">
                <a:solidFill>
                  <a:srgbClr val="A3B8C6"/>
                </a:solidFill>
                <a:latin typeface="DejaVu Sans"/>
                <a:ea typeface="DejaVu Sans"/>
                <a:cs typeface="DejaVu Sans"/>
              </a:defRPr>
            </a:lvl3pPr>
            <a:lvl4pPr>
              <a:defRPr sz="1350" b="0">
                <a:solidFill>
                  <a:srgbClr val="A3B8C6"/>
                </a:solidFill>
                <a:latin typeface="DejaVu Sans"/>
                <a:ea typeface="DejaVu Sans"/>
                <a:cs typeface="DejaVu Sans"/>
              </a:defRPr>
            </a:lvl4pPr>
            <a:lvl5pPr>
              <a:defRPr sz="1350" b="0">
                <a:solidFill>
                  <a:srgbClr val="A3B8C6"/>
                </a:solidFill>
                <a:latin typeface="DejaVu Sans"/>
                <a:ea typeface="DejaVu Sans"/>
                <a:cs typeface="DejaVu Sans"/>
              </a:defRPr>
            </a:lvl5pPr>
            <a:lvl6pPr>
              <a:defRPr sz="1350" b="0">
                <a:solidFill>
                  <a:srgbClr val="A3B8C6"/>
                </a:solidFill>
                <a:latin typeface="DejaVu Sans"/>
                <a:ea typeface="DejaVu Sans"/>
                <a:cs typeface="DejaVu Sans"/>
              </a:defRPr>
            </a:lvl6pPr>
            <a:lvl7pPr>
              <a:defRPr sz="1350" b="0">
                <a:solidFill>
                  <a:srgbClr val="A3B8C6"/>
                </a:solidFill>
                <a:latin typeface="DejaVu Sans"/>
                <a:ea typeface="DejaVu Sans"/>
                <a:cs typeface="DejaVu Sans"/>
              </a:defRPr>
            </a:lvl7pPr>
            <a:lvl8pPr>
              <a:defRPr sz="1350" b="0">
                <a:solidFill>
                  <a:srgbClr val="A3B8C6"/>
                </a:solidFill>
                <a:latin typeface="DejaVu Sans"/>
                <a:ea typeface="DejaVu Sans"/>
                <a:cs typeface="DejaVu Sans"/>
              </a:defRPr>
            </a:lvl8pPr>
            <a:lvl9pPr>
              <a:defRPr sz="1350" b="0">
                <a:solidFill>
                  <a:srgbClr val="A3B8C6"/>
                </a:solidFill>
                <a:latin typeface="DejaVu Sans"/>
                <a:ea typeface="DejaVu Sans"/>
                <a:cs typeface="DejaVu Sans"/>
              </a:defRPr>
            </a:lvl9pPr>
          </a:lstStyle>
          <a:p xmlns:a="http://schemas.openxmlformats.org/drawingml/2006/main">
            <a:pPr>
              <a:defRPr sz="1350" b="0">
                <a:solidFill>
                  <a:srgbClr val="A3B8C6"/>
                </a:solidFill>
                <a:latin typeface="DejaVu Sans"/>
                <a:ea typeface="DejaVu Sans"/>
                <a:cs typeface="DejaVu Sans"/>
              </a:defRPr>
            </a:pPr>
            <a:r>
              <a:rPr sz="1350" b="0">
                <a:solidFill>
                  <a:srgbClr val="A3B8C6"/>
                </a:solidFill>
                <a:latin typeface="DejaVu Sans"/>
                <a:ea typeface="DejaVu Sans"/>
                <a:cs typeface="DejaVu Sans"/>
              </a:rPr>
              <a:t>04</a:t>
            </a:r>
          </a:p>
        </p:txBody>
      </p:sp>
      <p:graphicFrame>
        <p:nvGraphicFramePr>
          <p:cNvPr id="3" name="">
            <a:extLst xmlns:a="http://schemas.openxmlformats.org/drawingml/2006/main">
              <a:ext uri="{FF2B5EF4-FFF2-40B4-BE49-F238E27FC236}">
                <a16:creationId xmlns:a16="http://schemas.microsoft.com/office/drawing/2014/main" id="{E0E43CF8-D1BC-435F-9EFD-FBCAFF013B96}"/>
              </a:ext>
            </a:extLst>
          </p:cNvPr>
          <p:cNvGraphicFramePr/>
          <p:nvPr/>
        </p:nvGraphicFramePr>
        <p:xfrm>
          <a:off xmlns:a="http://schemas.openxmlformats.org/drawingml/2006/main" x="609600" y="1657350"/>
          <a:ext xmlns:a="http://schemas.openxmlformats.org/drawingml/2006/main" cx="10972800" cy="3905250"/>
        </p:xfrm>
        <a:graphic xmlns:a="http://schemas.openxmlformats.org/drawingml/2006/main">
          <a:graphicData uri="http://schemas.openxmlformats.org/drawingml/2006/table">
            <a:tbl>
              <a:tblPr/>
              <a:tblGrid>
                <a:gridCol w="4095750"/>
                <a:gridCol w="6877050"/>
              </a:tblGrid>
              <a:tr h="650875">
                <a:tc>
                  <a:txBody>
                    <a:bodyPr/>
                    <a:lstStyle/>
                    <a:p>
                      <a:r>
                        <a:rPr sz="1800" b="1">
                          <a:solidFill>
                            <a:srgbClr val="55D6BA"/>
                          </a:solidFill>
                          <a:latin typeface="DejaVu Sans"/>
                          <a:ea typeface="DejaVu Sans"/>
                          <a:cs typeface="DejaVu Sans"/>
                        </a:rPr>
                        <a:t>Control</a:t>
                      </a:r>
                    </a:p>
                  </a:txBody>
                  <a:tcPr marL="91440" marR="91440" marT="45720" marB="45720">
                    <a:solidFill>
                      <a:srgbClr val="15384B"/>
                    </a:solidFill>
                  </a:tcPr>
                </a:tc>
                <a:tc>
                  <a:txBody>
                    <a:bodyPr/>
                    <a:lstStyle/>
                    <a:p>
                      <a:r>
                        <a:rPr sz="1800" b="1">
                          <a:solidFill>
                            <a:srgbClr val="55D6BA"/>
                          </a:solidFill>
                          <a:latin typeface="DejaVu Sans"/>
                          <a:ea typeface="DejaVu Sans"/>
                          <a:cs typeface="DejaVu Sans"/>
                        </a:rPr>
                        <a:t>Implemented behavior</a:t>
                      </a:r>
                    </a:p>
                  </a:txBody>
                  <a:tcPr marL="91440" marR="91440" marT="45720" marB="45720">
                    <a:solidFill>
                      <a:srgbClr val="15384B"/>
                    </a:solidFill>
                  </a:tcPr>
                </a:tc>
              </a:tr>
              <a:tr h="650875">
                <a:tc>
                  <a:txBody>
                    <a:bodyPr/>
                    <a:lstStyle/>
                    <a:p>
                      <a:r>
                        <a:rPr sz="1725" b="0">
                          <a:solidFill>
                            <a:srgbClr val="ECF6FB"/>
                          </a:solidFill>
                          <a:latin typeface="DejaVu Sans"/>
                          <a:ea typeface="DejaVu Sans"/>
                          <a:cs typeface="DejaVu Sans"/>
                        </a:rPr>
                        <a:t>Evidence binding</a:t>
                      </a:r>
                    </a:p>
                  </a:txBody>
                  <a:tcPr marL="91440" marR="91440" marT="45720" marB="45720">
                    <a:solidFill>
                      <a:srgbClr val="0D2435"/>
                    </a:solidFill>
                  </a:tcPr>
                </a:tc>
                <a:tc>
                  <a:txBody>
                    <a:bodyPr/>
                    <a:lstStyle/>
                    <a:p>
                      <a:r>
                        <a:rPr sz="1725" b="0">
                          <a:solidFill>
                            <a:srgbClr val="ECF6FB"/>
                          </a:solidFill>
                          <a:latin typeface="DejaVu Sans"/>
                          <a:ea typeface="DejaVu Sans"/>
                          <a:cs typeface="DejaVu Sans"/>
                        </a:rPr>
                        <a:t>Stored bytes, hashes, source reparse and latest-document checks</a:t>
                      </a:r>
                    </a:p>
                  </a:txBody>
                  <a:tcPr marL="91440" marR="91440" marT="45720" marB="45720">
                    <a:solidFill>
                      <a:srgbClr val="0D2435"/>
                    </a:solidFill>
                  </a:tcPr>
                </a:tc>
              </a:tr>
              <a:tr h="650875">
                <a:tc>
                  <a:txBody>
                    <a:bodyPr/>
                    <a:lstStyle/>
                    <a:p>
                      <a:r>
                        <a:rPr sz="1725" b="0">
                          <a:solidFill>
                            <a:srgbClr val="ECF6FB"/>
                          </a:solidFill>
                          <a:latin typeface="DejaVu Sans"/>
                          <a:ea typeface="DejaVu Sans"/>
                          <a:cs typeface="DejaVu Sans"/>
                        </a:rPr>
                        <a:t>Human consent</a:t>
                      </a:r>
                    </a:p>
                  </a:txBody>
                  <a:tcPr marL="91440" marR="91440" marT="45720" marB="45720">
                    <a:solidFill>
                      <a:srgbClr val="0D2435"/>
                    </a:solidFill>
                  </a:tcPr>
                </a:tc>
                <a:tc>
                  <a:txBody>
                    <a:bodyPr/>
                    <a:lstStyle/>
                    <a:p>
                      <a:r>
                        <a:rPr sz="1725" b="0">
                          <a:solidFill>
                            <a:srgbClr val="ECF6FB"/>
                          </a:solidFill>
                          <a:latin typeface="DejaVu Sans"/>
                          <a:ea typeface="DejaVu Sans"/>
                          <a:cs typeface="DejaVu Sans"/>
                        </a:rPr>
                        <a:t>Exact quote and evidence snapshot, single-use approval</a:t>
                      </a:r>
                    </a:p>
                  </a:txBody>
                  <a:tcPr marL="91440" marR="91440" marT="45720" marB="45720">
                    <a:solidFill>
                      <a:srgbClr val="0D2435"/>
                    </a:solidFill>
                  </a:tcPr>
                </a:tc>
              </a:tr>
              <a:tr h="650875">
                <a:tc>
                  <a:txBody>
                    <a:bodyPr/>
                    <a:lstStyle/>
                    <a:p>
                      <a:r>
                        <a:rPr sz="1725" b="0">
                          <a:solidFill>
                            <a:srgbClr val="ECF6FB"/>
                          </a:solidFill>
                          <a:latin typeface="DejaVu Sans"/>
                          <a:ea typeface="DejaVu Sans"/>
                          <a:cs typeface="DejaVu Sans"/>
                        </a:rPr>
                        <a:t>Financial writes</a:t>
                      </a:r>
                    </a:p>
                  </a:txBody>
                  <a:tcPr marL="91440" marR="91440" marT="45720" marB="45720">
                    <a:solidFill>
                      <a:srgbClr val="0D2435"/>
                    </a:solidFill>
                  </a:tcPr>
                </a:tc>
                <a:tc>
                  <a:txBody>
                    <a:bodyPr/>
                    <a:lstStyle/>
                    <a:p>
                      <a:r>
                        <a:rPr sz="1725" b="0">
                          <a:solidFill>
                            <a:srgbClr val="ECF6FB"/>
                          </a:solidFill>
                          <a:latin typeface="DejaVu Sans"/>
                          <a:ea typeface="DejaVu Sans"/>
                          <a:cs typeface="DejaVu Sans"/>
                        </a:rPr>
                        <a:t>Serialized updates, strict idempotency, balanced ledger</a:t>
                      </a:r>
                    </a:p>
                  </a:txBody>
                  <a:tcPr marL="91440" marR="91440" marT="45720" marB="45720">
                    <a:solidFill>
                      <a:srgbClr val="0D2435"/>
                    </a:solidFill>
                  </a:tcPr>
                </a:tc>
              </a:tr>
              <a:tr h="650875">
                <a:tc>
                  <a:txBody>
                    <a:bodyPr/>
                    <a:lstStyle/>
                    <a:p>
                      <a:r>
                        <a:rPr sz="1725" b="0">
                          <a:solidFill>
                            <a:srgbClr val="ECF6FB"/>
                          </a:solidFill>
                          <a:latin typeface="DejaVu Sans"/>
                          <a:ea typeface="DejaVu Sans"/>
                          <a:cs typeface="DejaVu Sans"/>
                        </a:rPr>
                        <a:t>Model boundary</a:t>
                      </a:r>
                    </a:p>
                  </a:txBody>
                  <a:tcPr marL="91440" marR="91440" marT="45720" marB="45720">
                    <a:solidFill>
                      <a:srgbClr val="0D2435"/>
                    </a:solidFill>
                  </a:tcPr>
                </a:tc>
                <a:tc>
                  <a:txBody>
                    <a:bodyPr/>
                    <a:lstStyle/>
                    <a:p>
                      <a:r>
                        <a:rPr sz="1725" b="0">
                          <a:solidFill>
                            <a:srgbClr val="ECF6FB"/>
                          </a:solidFill>
                          <a:latin typeface="DejaVu Sans"/>
                          <a:ea typeface="DejaVu Sans"/>
                          <a:cs typeface="DejaVu Sans"/>
                        </a:rPr>
                        <a:t>Six read-only tools, no approval or payment tool</a:t>
                      </a:r>
                    </a:p>
                  </a:txBody>
                  <a:tcPr marL="91440" marR="91440" marT="45720" marB="45720">
                    <a:solidFill>
                      <a:srgbClr val="0D2435"/>
                    </a:solidFill>
                  </a:tcPr>
                </a:tc>
              </a:tr>
              <a:tr h="650875">
                <a:tc>
                  <a:txBody>
                    <a:bodyPr/>
                    <a:lstStyle/>
                    <a:p>
                      <a:r>
                        <a:rPr sz="1725" b="0">
                          <a:solidFill>
                            <a:srgbClr val="ECF6FB"/>
                          </a:solidFill>
                          <a:latin typeface="DejaVu Sans"/>
                          <a:ea typeface="DejaVu Sans"/>
                          <a:cs typeface="DejaVu Sans"/>
                        </a:rPr>
                        <a:t>Audit boundary</a:t>
                      </a:r>
                    </a:p>
                  </a:txBody>
                  <a:tcPr marL="91440" marR="91440" marT="45720" marB="45720">
                    <a:solidFill>
                      <a:srgbClr val="0D2435"/>
                    </a:solidFill>
                  </a:tcPr>
                </a:tc>
                <a:tc>
                  <a:txBody>
                    <a:bodyPr/>
                    <a:lstStyle/>
                    <a:p>
                      <a:r>
                        <a:rPr sz="1725" b="0">
                          <a:solidFill>
                            <a:srgbClr val="ECF6FB"/>
                          </a:solidFill>
                          <a:latin typeface="DejaVu Sans"/>
                          <a:ea typeface="DejaVu Sans"/>
                          <a:cs typeface="DejaVu Sans"/>
                        </a:rPr>
                        <a:t>Local hash chain, no external signature or anchoring</a:t>
                      </a:r>
                    </a:p>
                  </a:txBody>
                  <a:tcPr marL="91440" marR="91440" marT="45720" marB="45720">
                    <a:solidFill>
                      <a:srgbClr val="0D2435"/>
                    </a:solidFill>
                  </a:tcPr>
                </a:tc>
              </a:tr>
            </a:tbl>
          </a:graphicData>
        </a:graphic>
      </p:graphicFrame>
      <p:sp>
        <p:nvSpPr>
          <p:cNvPr id="4" name="text-2">
            <a:extLst xmlns:a="http://schemas.openxmlformats.org/drawingml/2006/main">
              <a:ext uri="{FF2B5EF4-FFF2-40B4-BE49-F238E27FC236}">
                <a16:creationId xmlns:a16="http://schemas.microsoft.com/office/drawing/2014/main" id="{D15F25AD-EB80-41A5-B6BE-C5A1E5B68433}"/>
              </a:ext>
            </a:extLst>
          </p:cNvPr>
          <p:cNvSpPr>
            <a:spLocks xmlns:a="http://schemas.openxmlformats.org/drawingml/2006/main" noGrp="1"/>
          </p:cNvSpPr>
          <p:nvPr/>
        </p:nvSpPr>
        <p:spPr>
          <a:xfrm xmlns:a="http://schemas.openxmlformats.org/drawingml/2006/main">
            <a:off x="609600" y="5857875"/>
            <a:ext cx="10477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725" b="0">
                <a:solidFill>
                  <a:srgbClr val="55D6BA"/>
                </a:solidFill>
                <a:latin typeface="DejaVu Sans"/>
                <a:ea typeface="DejaVu Sans"/>
                <a:cs typeface="DejaVu Sans"/>
              </a:defRPr>
            </a:defPPr>
            <a:lvl1pPr>
              <a:defRPr sz="1725" b="0">
                <a:solidFill>
                  <a:srgbClr val="55D6BA"/>
                </a:solidFill>
                <a:latin typeface="DejaVu Sans"/>
                <a:ea typeface="DejaVu Sans"/>
                <a:cs typeface="DejaVu Sans"/>
              </a:defRPr>
            </a:lvl1pPr>
            <a:lvl2pPr>
              <a:defRPr sz="1725" b="0">
                <a:solidFill>
                  <a:srgbClr val="55D6BA"/>
                </a:solidFill>
                <a:latin typeface="DejaVu Sans"/>
                <a:ea typeface="DejaVu Sans"/>
                <a:cs typeface="DejaVu Sans"/>
              </a:defRPr>
            </a:lvl2pPr>
            <a:lvl3pPr>
              <a:defRPr sz="1725" b="0">
                <a:solidFill>
                  <a:srgbClr val="55D6BA"/>
                </a:solidFill>
                <a:latin typeface="DejaVu Sans"/>
                <a:ea typeface="DejaVu Sans"/>
                <a:cs typeface="DejaVu Sans"/>
              </a:defRPr>
            </a:lvl3pPr>
            <a:lvl4pPr>
              <a:defRPr sz="1725" b="0">
                <a:solidFill>
                  <a:srgbClr val="55D6BA"/>
                </a:solidFill>
                <a:latin typeface="DejaVu Sans"/>
                <a:ea typeface="DejaVu Sans"/>
                <a:cs typeface="DejaVu Sans"/>
              </a:defRPr>
            </a:lvl4pPr>
            <a:lvl5pPr>
              <a:defRPr sz="1725" b="0">
                <a:solidFill>
                  <a:srgbClr val="55D6BA"/>
                </a:solidFill>
                <a:latin typeface="DejaVu Sans"/>
                <a:ea typeface="DejaVu Sans"/>
                <a:cs typeface="DejaVu Sans"/>
              </a:defRPr>
            </a:lvl5pPr>
            <a:lvl6pPr>
              <a:defRPr sz="1725" b="0">
                <a:solidFill>
                  <a:srgbClr val="55D6BA"/>
                </a:solidFill>
                <a:latin typeface="DejaVu Sans"/>
                <a:ea typeface="DejaVu Sans"/>
                <a:cs typeface="DejaVu Sans"/>
              </a:defRPr>
            </a:lvl6pPr>
            <a:lvl7pPr>
              <a:defRPr sz="1725" b="0">
                <a:solidFill>
                  <a:srgbClr val="55D6BA"/>
                </a:solidFill>
                <a:latin typeface="DejaVu Sans"/>
                <a:ea typeface="DejaVu Sans"/>
                <a:cs typeface="DejaVu Sans"/>
              </a:defRPr>
            </a:lvl7pPr>
            <a:lvl8pPr>
              <a:defRPr sz="1725" b="0">
                <a:solidFill>
                  <a:srgbClr val="55D6BA"/>
                </a:solidFill>
                <a:latin typeface="DejaVu Sans"/>
                <a:ea typeface="DejaVu Sans"/>
                <a:cs typeface="DejaVu Sans"/>
              </a:defRPr>
            </a:lvl8pPr>
            <a:lvl9pPr>
              <a:defRPr sz="1725" b="0">
                <a:solidFill>
                  <a:srgbClr val="55D6BA"/>
                </a:solidFill>
                <a:latin typeface="DejaVu Sans"/>
                <a:ea typeface="DejaVu Sans"/>
                <a:cs typeface="DejaVu Sans"/>
              </a:defRPr>
            </a:lvl9pPr>
          </a:lstStyle>
          <a:p xmlns:a="http://schemas.openxmlformats.org/drawingml/2006/main">
            <a:pPr>
              <a:defRPr sz="1725" b="0">
                <a:solidFill>
                  <a:srgbClr val="55D6BA"/>
                </a:solidFill>
                <a:latin typeface="DejaVu Sans"/>
                <a:ea typeface="DejaVu Sans"/>
                <a:cs typeface="DejaVu Sans"/>
              </a:defRPr>
            </a:pPr>
            <a:r>
              <a:rPr sz="1725" b="0">
                <a:solidFill>
                  <a:srgbClr val="55D6BA"/>
                </a:solidFill>
                <a:latin typeface="DejaVu Sans"/>
                <a:ea typeface="DejaVu Sans"/>
                <a:cs typeface="DejaVu Sans"/>
              </a:rPr>
              <a:t>All financial execution remains inside the labelled synthetic simulator.</a:t>
            </a:r>
          </a:p>
        </p:txBody>
      </p:sp>
    </p:spTree>
    <p:extLst>
      <p:ext uri="{BB962C8B-B14F-4D97-AF65-F5344CB8AC3E}">
        <p14:creationId xmlns:p14="http://schemas.microsoft.com/office/powerpoint/2010/main" val="157481071"/>
      </p:ext>
    </p:extLst>
  </p:cSld>
</p:sld>
</file>

<file path=ppt/slides/slide5.xml><?xml version="1.0" encoding="utf-8"?>
<p:sld xmlns:p="http://schemas.openxmlformats.org/presentationml/2006/main">
  <p:cSld>
    <p:bg>
      <p:bgPr>
        <a:solidFill xmlns:a="http://schemas.openxmlformats.org/drawingml/2006/main">
          <a:srgbClr val="071522"/>
        </a:solidFill>
      </p:bgPr>
    </p:bg>
    <p:spTree>
      <p:nvGrpSpPr>
        <p:cNvPr id="1" name=""/>
        <p:cNvGrpSpPr/>
        <p:nvPr/>
      </p:nvGrpSpPr>
      <p:grpSpPr>
        <a:xfrm xmlns:a="http://schemas.openxmlformats.org/drawingml/2006/main"/>
      </p:grpSpPr>
      <p:sp>
        <p:nvSpPr>
          <p:cNvPr id="7" name="text-0">
            <a:extLst xmlns:a="http://schemas.openxmlformats.org/drawingml/2006/main">
              <a:ext uri="{FF2B5EF4-FFF2-40B4-BE49-F238E27FC236}">
                <a16:creationId xmlns:a16="http://schemas.microsoft.com/office/drawing/2014/main" id="{AAF5052F-3055-48CC-A6B1-17ADFE290E45}"/>
              </a:ext>
            </a:extLst>
          </p:cNvPr>
          <p:cNvSpPr>
            <a:spLocks xmlns:a="http://schemas.openxmlformats.org/drawingml/2006/main" noGrp="1"/>
          </p:cNvSpPr>
          <p:nvPr/>
        </p:nvSpPr>
        <p:spPr>
          <a:xfrm xmlns:a="http://schemas.openxmlformats.org/drawingml/2006/main">
            <a:off x="609600" y="457200"/>
            <a:ext cx="108585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300" b="1">
                <a:solidFill>
                  <a:srgbClr val="ECF6FB"/>
                </a:solidFill>
                <a:latin typeface="DejaVu Sans"/>
                <a:ea typeface="DejaVu Sans"/>
                <a:cs typeface="DejaVu Sans"/>
              </a:defRPr>
            </a:defPPr>
            <a:lvl1pPr>
              <a:defRPr sz="3300" b="1">
                <a:solidFill>
                  <a:srgbClr val="ECF6FB"/>
                </a:solidFill>
                <a:latin typeface="DejaVu Sans"/>
                <a:ea typeface="DejaVu Sans"/>
                <a:cs typeface="DejaVu Sans"/>
              </a:defRPr>
            </a:lvl1pPr>
            <a:lvl2pPr>
              <a:defRPr sz="3300" b="1">
                <a:solidFill>
                  <a:srgbClr val="ECF6FB"/>
                </a:solidFill>
                <a:latin typeface="DejaVu Sans"/>
                <a:ea typeface="DejaVu Sans"/>
                <a:cs typeface="DejaVu Sans"/>
              </a:defRPr>
            </a:lvl2pPr>
            <a:lvl3pPr>
              <a:defRPr sz="3300" b="1">
                <a:solidFill>
                  <a:srgbClr val="ECF6FB"/>
                </a:solidFill>
                <a:latin typeface="DejaVu Sans"/>
                <a:ea typeface="DejaVu Sans"/>
                <a:cs typeface="DejaVu Sans"/>
              </a:defRPr>
            </a:lvl3pPr>
            <a:lvl4pPr>
              <a:defRPr sz="3300" b="1">
                <a:solidFill>
                  <a:srgbClr val="ECF6FB"/>
                </a:solidFill>
                <a:latin typeface="DejaVu Sans"/>
                <a:ea typeface="DejaVu Sans"/>
                <a:cs typeface="DejaVu Sans"/>
              </a:defRPr>
            </a:lvl4pPr>
            <a:lvl5pPr>
              <a:defRPr sz="3300" b="1">
                <a:solidFill>
                  <a:srgbClr val="ECF6FB"/>
                </a:solidFill>
                <a:latin typeface="DejaVu Sans"/>
                <a:ea typeface="DejaVu Sans"/>
                <a:cs typeface="DejaVu Sans"/>
              </a:defRPr>
            </a:lvl5pPr>
            <a:lvl6pPr>
              <a:defRPr sz="3300" b="1">
                <a:solidFill>
                  <a:srgbClr val="ECF6FB"/>
                </a:solidFill>
                <a:latin typeface="DejaVu Sans"/>
                <a:ea typeface="DejaVu Sans"/>
                <a:cs typeface="DejaVu Sans"/>
              </a:defRPr>
            </a:lvl6pPr>
            <a:lvl7pPr>
              <a:defRPr sz="3300" b="1">
                <a:solidFill>
                  <a:srgbClr val="ECF6FB"/>
                </a:solidFill>
                <a:latin typeface="DejaVu Sans"/>
                <a:ea typeface="DejaVu Sans"/>
                <a:cs typeface="DejaVu Sans"/>
              </a:defRPr>
            </a:lvl7pPr>
            <a:lvl8pPr>
              <a:defRPr sz="3300" b="1">
                <a:solidFill>
                  <a:srgbClr val="ECF6FB"/>
                </a:solidFill>
                <a:latin typeface="DejaVu Sans"/>
                <a:ea typeface="DejaVu Sans"/>
                <a:cs typeface="DejaVu Sans"/>
              </a:defRPr>
            </a:lvl8pPr>
            <a:lvl9pPr>
              <a:defRPr sz="3300" b="1">
                <a:solidFill>
                  <a:srgbClr val="ECF6FB"/>
                </a:solidFill>
                <a:latin typeface="DejaVu Sans"/>
                <a:ea typeface="DejaVu Sans"/>
                <a:cs typeface="DejaVu Sans"/>
              </a:defRPr>
            </a:lvl9pPr>
          </a:lstStyle>
          <a:p xmlns:a="http://schemas.openxmlformats.org/drawingml/2006/main">
            <a:pPr>
              <a:defRPr sz="3300" b="1">
                <a:solidFill>
                  <a:srgbClr val="ECF6FB"/>
                </a:solidFill>
                <a:latin typeface="DejaVu Sans"/>
                <a:ea typeface="DejaVu Sans"/>
                <a:cs typeface="DejaVu Sans"/>
              </a:defRPr>
            </a:pPr>
            <a:r>
              <a:rPr sz="3300" b="1">
                <a:solidFill>
                  <a:srgbClr val="ECF6FB"/>
                </a:solidFill>
                <a:latin typeface="DejaVu Sans"/>
                <a:ea typeface="DejaVu Sans"/>
                <a:cs typeface="DejaVu Sans"/>
              </a:rPr>
              <a:t>Actual internal execution and receipt</a:t>
            </a:r>
          </a:p>
        </p:txBody>
      </p:sp>
      <p:sp>
        <p:nvSpPr>
          <p:cNvPr id="2" name="text-1">
            <a:extLst xmlns:a="http://schemas.openxmlformats.org/drawingml/2006/main">
              <a:ext uri="{FF2B5EF4-FFF2-40B4-BE49-F238E27FC236}">
                <a16:creationId xmlns:a16="http://schemas.microsoft.com/office/drawing/2014/main" id="{4771D848-0583-458B-A3D2-25D4441B522A}"/>
              </a:ext>
            </a:extLst>
          </p:cNvPr>
          <p:cNvSpPr>
            <a:spLocks xmlns:a="http://schemas.openxmlformats.org/drawingml/2006/main" noGrp="1"/>
          </p:cNvSpPr>
          <p:nvPr/>
        </p:nvSpPr>
        <p:spPr>
          <a:xfrm xmlns:a="http://schemas.openxmlformats.org/drawingml/2006/main">
            <a:off x="11144250" y="6305550"/>
            <a:ext cx="476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350" b="0">
                <a:solidFill>
                  <a:srgbClr val="A3B8C6"/>
                </a:solidFill>
                <a:latin typeface="DejaVu Sans"/>
                <a:ea typeface="DejaVu Sans"/>
                <a:cs typeface="DejaVu Sans"/>
              </a:defRPr>
            </a:defPPr>
            <a:lvl1pPr>
              <a:defRPr sz="1350" b="0">
                <a:solidFill>
                  <a:srgbClr val="A3B8C6"/>
                </a:solidFill>
                <a:latin typeface="DejaVu Sans"/>
                <a:ea typeface="DejaVu Sans"/>
                <a:cs typeface="DejaVu Sans"/>
              </a:defRPr>
            </a:lvl1pPr>
            <a:lvl2pPr>
              <a:defRPr sz="1350" b="0">
                <a:solidFill>
                  <a:srgbClr val="A3B8C6"/>
                </a:solidFill>
                <a:latin typeface="DejaVu Sans"/>
                <a:ea typeface="DejaVu Sans"/>
                <a:cs typeface="DejaVu Sans"/>
              </a:defRPr>
            </a:lvl2pPr>
            <a:lvl3pPr>
              <a:defRPr sz="1350" b="0">
                <a:solidFill>
                  <a:srgbClr val="A3B8C6"/>
                </a:solidFill>
                <a:latin typeface="DejaVu Sans"/>
                <a:ea typeface="DejaVu Sans"/>
                <a:cs typeface="DejaVu Sans"/>
              </a:defRPr>
            </a:lvl3pPr>
            <a:lvl4pPr>
              <a:defRPr sz="1350" b="0">
                <a:solidFill>
                  <a:srgbClr val="A3B8C6"/>
                </a:solidFill>
                <a:latin typeface="DejaVu Sans"/>
                <a:ea typeface="DejaVu Sans"/>
                <a:cs typeface="DejaVu Sans"/>
              </a:defRPr>
            </a:lvl4pPr>
            <a:lvl5pPr>
              <a:defRPr sz="1350" b="0">
                <a:solidFill>
                  <a:srgbClr val="A3B8C6"/>
                </a:solidFill>
                <a:latin typeface="DejaVu Sans"/>
                <a:ea typeface="DejaVu Sans"/>
                <a:cs typeface="DejaVu Sans"/>
              </a:defRPr>
            </a:lvl5pPr>
            <a:lvl6pPr>
              <a:defRPr sz="1350" b="0">
                <a:solidFill>
                  <a:srgbClr val="A3B8C6"/>
                </a:solidFill>
                <a:latin typeface="DejaVu Sans"/>
                <a:ea typeface="DejaVu Sans"/>
                <a:cs typeface="DejaVu Sans"/>
              </a:defRPr>
            </a:lvl6pPr>
            <a:lvl7pPr>
              <a:defRPr sz="1350" b="0">
                <a:solidFill>
                  <a:srgbClr val="A3B8C6"/>
                </a:solidFill>
                <a:latin typeface="DejaVu Sans"/>
                <a:ea typeface="DejaVu Sans"/>
                <a:cs typeface="DejaVu Sans"/>
              </a:defRPr>
            </a:lvl7pPr>
            <a:lvl8pPr>
              <a:defRPr sz="1350" b="0">
                <a:solidFill>
                  <a:srgbClr val="A3B8C6"/>
                </a:solidFill>
                <a:latin typeface="DejaVu Sans"/>
                <a:ea typeface="DejaVu Sans"/>
                <a:cs typeface="DejaVu Sans"/>
              </a:defRPr>
            </a:lvl8pPr>
            <a:lvl9pPr>
              <a:defRPr sz="1350" b="0">
                <a:solidFill>
                  <a:srgbClr val="A3B8C6"/>
                </a:solidFill>
                <a:latin typeface="DejaVu Sans"/>
                <a:ea typeface="DejaVu Sans"/>
                <a:cs typeface="DejaVu Sans"/>
              </a:defRPr>
            </a:lvl9pPr>
          </a:lstStyle>
          <a:p xmlns:a="http://schemas.openxmlformats.org/drawingml/2006/main">
            <a:pPr>
              <a:defRPr sz="1350" b="0">
                <a:solidFill>
                  <a:srgbClr val="A3B8C6"/>
                </a:solidFill>
                <a:latin typeface="DejaVu Sans"/>
                <a:ea typeface="DejaVu Sans"/>
                <a:cs typeface="DejaVu Sans"/>
              </a:defRPr>
            </a:pPr>
            <a:r>
              <a:rPr sz="1350" b="0">
                <a:solidFill>
                  <a:srgbClr val="A3B8C6"/>
                </a:solidFill>
                <a:latin typeface="DejaVu Sans"/>
                <a:ea typeface="DejaVu Sans"/>
                <a:cs typeface="DejaVu Sans"/>
              </a:rPr>
              <a:t>05</a:t>
            </a:r>
          </a:p>
        </p:txBody>
      </p:sp>
      <p:sp>
        <p:nvSpPr>
          <p:cNvPr id="3" name="text-2">
            <a:extLst xmlns:a="http://schemas.openxmlformats.org/drawingml/2006/main">
              <a:ext uri="{FF2B5EF4-FFF2-40B4-BE49-F238E27FC236}">
                <a16:creationId xmlns:a16="http://schemas.microsoft.com/office/drawing/2014/main" id="{57A8284C-6C7B-4C8C-B8F4-BDB0BA39D46E}"/>
              </a:ext>
            </a:extLst>
          </p:cNvPr>
          <p:cNvSpPr>
            <a:spLocks xmlns:a="http://schemas.openxmlformats.org/drawingml/2006/main" noGrp="1"/>
          </p:cNvSpPr>
          <p:nvPr/>
        </p:nvSpPr>
        <p:spPr>
          <a:xfrm xmlns:a="http://schemas.openxmlformats.org/drawingml/2006/main">
            <a:off x="609600" y="1752600"/>
            <a:ext cx="6381750"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4350" b="1">
                <a:solidFill>
                  <a:srgbClr val="55D6BA"/>
                </a:solidFill>
                <a:latin typeface="DejaVu Sans"/>
                <a:ea typeface="DejaVu Sans"/>
                <a:cs typeface="DejaVu Sans"/>
              </a:defRPr>
            </a:defPPr>
            <a:lvl1pPr>
              <a:defRPr sz="4350" b="1">
                <a:solidFill>
                  <a:srgbClr val="55D6BA"/>
                </a:solidFill>
                <a:latin typeface="DejaVu Sans"/>
                <a:ea typeface="DejaVu Sans"/>
                <a:cs typeface="DejaVu Sans"/>
              </a:defRPr>
            </a:lvl1pPr>
            <a:lvl2pPr>
              <a:defRPr sz="4350" b="1">
                <a:solidFill>
                  <a:srgbClr val="55D6BA"/>
                </a:solidFill>
                <a:latin typeface="DejaVu Sans"/>
                <a:ea typeface="DejaVu Sans"/>
                <a:cs typeface="DejaVu Sans"/>
              </a:defRPr>
            </a:lvl2pPr>
            <a:lvl3pPr>
              <a:defRPr sz="4350" b="1">
                <a:solidFill>
                  <a:srgbClr val="55D6BA"/>
                </a:solidFill>
                <a:latin typeface="DejaVu Sans"/>
                <a:ea typeface="DejaVu Sans"/>
                <a:cs typeface="DejaVu Sans"/>
              </a:defRPr>
            </a:lvl3pPr>
            <a:lvl4pPr>
              <a:defRPr sz="4350" b="1">
                <a:solidFill>
                  <a:srgbClr val="55D6BA"/>
                </a:solidFill>
                <a:latin typeface="DejaVu Sans"/>
                <a:ea typeface="DejaVu Sans"/>
                <a:cs typeface="DejaVu Sans"/>
              </a:defRPr>
            </a:lvl4pPr>
            <a:lvl5pPr>
              <a:defRPr sz="4350" b="1">
                <a:solidFill>
                  <a:srgbClr val="55D6BA"/>
                </a:solidFill>
                <a:latin typeface="DejaVu Sans"/>
                <a:ea typeface="DejaVu Sans"/>
                <a:cs typeface="DejaVu Sans"/>
              </a:defRPr>
            </a:lvl5pPr>
            <a:lvl6pPr>
              <a:defRPr sz="4350" b="1">
                <a:solidFill>
                  <a:srgbClr val="55D6BA"/>
                </a:solidFill>
                <a:latin typeface="DejaVu Sans"/>
                <a:ea typeface="DejaVu Sans"/>
                <a:cs typeface="DejaVu Sans"/>
              </a:defRPr>
            </a:lvl6pPr>
            <a:lvl7pPr>
              <a:defRPr sz="4350" b="1">
                <a:solidFill>
                  <a:srgbClr val="55D6BA"/>
                </a:solidFill>
                <a:latin typeface="DejaVu Sans"/>
                <a:ea typeface="DejaVu Sans"/>
                <a:cs typeface="DejaVu Sans"/>
              </a:defRPr>
            </a:lvl7pPr>
            <a:lvl8pPr>
              <a:defRPr sz="4350" b="1">
                <a:solidFill>
                  <a:srgbClr val="55D6BA"/>
                </a:solidFill>
                <a:latin typeface="DejaVu Sans"/>
                <a:ea typeface="DejaVu Sans"/>
                <a:cs typeface="DejaVu Sans"/>
              </a:defRPr>
            </a:lvl8pPr>
            <a:lvl9pPr>
              <a:defRPr sz="4350" b="1">
                <a:solidFill>
                  <a:srgbClr val="55D6BA"/>
                </a:solidFill>
                <a:latin typeface="DejaVu Sans"/>
                <a:ea typeface="DejaVu Sans"/>
                <a:cs typeface="DejaVu Sans"/>
              </a:defRPr>
            </a:lvl9pPr>
          </a:lstStyle>
          <a:p xmlns:a="http://schemas.openxmlformats.org/drawingml/2006/main">
            <a:pPr>
              <a:defRPr sz="4350" b="1">
                <a:solidFill>
                  <a:srgbClr val="55D6BA"/>
                </a:solidFill>
                <a:latin typeface="DejaVu Sans"/>
                <a:ea typeface="DejaVu Sans"/>
                <a:cs typeface="DejaVu Sans"/>
              </a:defRPr>
            </a:pPr>
            <a:r>
              <a:rPr sz="4350" b="1">
                <a:solidFill>
                  <a:srgbClr val="55D6BA"/>
                </a:solidFill>
                <a:latin typeface="DejaVu Sans"/>
                <a:ea typeface="DejaVu Sans"/>
                <a:cs typeface="DejaVu Sans"/>
              </a:rPr>
              <a:t>659.50 GBP</a:t>
            </a:r>
          </a:p>
        </p:txBody>
      </p:sp>
      <p:sp>
        <p:nvSpPr>
          <p:cNvPr id="4" name="text-3">
            <a:extLst xmlns:a="http://schemas.openxmlformats.org/drawingml/2006/main">
              <a:ext uri="{FF2B5EF4-FFF2-40B4-BE49-F238E27FC236}">
                <a16:creationId xmlns:a16="http://schemas.microsoft.com/office/drawing/2014/main" id="{24204D62-6679-4C5E-A29D-FB4DDCA179E4}"/>
              </a:ext>
            </a:extLst>
          </p:cNvPr>
          <p:cNvSpPr>
            <a:spLocks xmlns:a="http://schemas.openxmlformats.org/drawingml/2006/main" noGrp="1"/>
          </p:cNvSpPr>
          <p:nvPr/>
        </p:nvSpPr>
        <p:spPr>
          <a:xfrm xmlns:a="http://schemas.openxmlformats.org/drawingml/2006/main">
            <a:off x="609600" y="2762250"/>
            <a:ext cx="10191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550" b="0">
                <a:solidFill>
                  <a:srgbClr val="ECF6FB"/>
                </a:solidFill>
                <a:latin typeface="DejaVu Sans"/>
                <a:ea typeface="DejaVu Sans"/>
                <a:cs typeface="DejaVu Sans"/>
              </a:defRPr>
            </a:defPPr>
            <a:lvl1pPr>
              <a:defRPr sz="2550" b="0">
                <a:solidFill>
                  <a:srgbClr val="ECF6FB"/>
                </a:solidFill>
                <a:latin typeface="DejaVu Sans"/>
                <a:ea typeface="DejaVu Sans"/>
                <a:cs typeface="DejaVu Sans"/>
              </a:defRPr>
            </a:lvl1pPr>
            <a:lvl2pPr>
              <a:defRPr sz="2550" b="0">
                <a:solidFill>
                  <a:srgbClr val="ECF6FB"/>
                </a:solidFill>
                <a:latin typeface="DejaVu Sans"/>
                <a:ea typeface="DejaVu Sans"/>
                <a:cs typeface="DejaVu Sans"/>
              </a:defRPr>
            </a:lvl2pPr>
            <a:lvl3pPr>
              <a:defRPr sz="2550" b="0">
                <a:solidFill>
                  <a:srgbClr val="ECF6FB"/>
                </a:solidFill>
                <a:latin typeface="DejaVu Sans"/>
                <a:ea typeface="DejaVu Sans"/>
                <a:cs typeface="DejaVu Sans"/>
              </a:defRPr>
            </a:lvl3pPr>
            <a:lvl4pPr>
              <a:defRPr sz="2550" b="0">
                <a:solidFill>
                  <a:srgbClr val="ECF6FB"/>
                </a:solidFill>
                <a:latin typeface="DejaVu Sans"/>
                <a:ea typeface="DejaVu Sans"/>
                <a:cs typeface="DejaVu Sans"/>
              </a:defRPr>
            </a:lvl4pPr>
            <a:lvl5pPr>
              <a:defRPr sz="2550" b="0">
                <a:solidFill>
                  <a:srgbClr val="ECF6FB"/>
                </a:solidFill>
                <a:latin typeface="DejaVu Sans"/>
                <a:ea typeface="DejaVu Sans"/>
                <a:cs typeface="DejaVu Sans"/>
              </a:defRPr>
            </a:lvl5pPr>
            <a:lvl6pPr>
              <a:defRPr sz="2550" b="0">
                <a:solidFill>
                  <a:srgbClr val="ECF6FB"/>
                </a:solidFill>
                <a:latin typeface="DejaVu Sans"/>
                <a:ea typeface="DejaVu Sans"/>
                <a:cs typeface="DejaVu Sans"/>
              </a:defRPr>
            </a:lvl6pPr>
            <a:lvl7pPr>
              <a:defRPr sz="2550" b="0">
                <a:solidFill>
                  <a:srgbClr val="ECF6FB"/>
                </a:solidFill>
                <a:latin typeface="DejaVu Sans"/>
                <a:ea typeface="DejaVu Sans"/>
                <a:cs typeface="DejaVu Sans"/>
              </a:defRPr>
            </a:lvl7pPr>
            <a:lvl8pPr>
              <a:defRPr sz="2550" b="0">
                <a:solidFill>
                  <a:srgbClr val="ECF6FB"/>
                </a:solidFill>
                <a:latin typeface="DejaVu Sans"/>
                <a:ea typeface="DejaVu Sans"/>
                <a:cs typeface="DejaVu Sans"/>
              </a:defRPr>
            </a:lvl8pPr>
            <a:lvl9pPr>
              <a:defRPr sz="2550" b="0">
                <a:solidFill>
                  <a:srgbClr val="ECF6FB"/>
                </a:solidFill>
                <a:latin typeface="DejaVu Sans"/>
                <a:ea typeface="DejaVu Sans"/>
                <a:cs typeface="DejaVu Sans"/>
              </a:defRPr>
            </a:lvl9pPr>
          </a:lstStyle>
          <a:p xmlns:a="http://schemas.openxmlformats.org/drawingml/2006/main">
            <a:pPr>
              <a:defRPr sz="2550" b="0">
                <a:solidFill>
                  <a:srgbClr val="ECF6FB"/>
                </a:solidFill>
                <a:latin typeface="DejaVu Sans"/>
                <a:ea typeface="DejaVu Sans"/>
                <a:cs typeface="DejaVu Sans"/>
              </a:defRPr>
            </a:pPr>
            <a:r>
              <a:rPr sz="2550" b="0">
                <a:solidFill>
                  <a:srgbClr val="ECF6FB"/>
                </a:solidFill>
                <a:latin typeface="DejaVu Sans"/>
                <a:ea typeface="DejaVu Sans"/>
                <a:cs typeface="DejaVu Sans"/>
              </a:rPr>
              <a:t>Recorded debit: 107136.24 BDT</a:t>
            </a:r>
          </a:p>
        </p:txBody>
      </p:sp>
      <p:pic>
        <p:nvPicPr>
          <p:cNvPr id="5" name="">
            <a:extLst xmlns:a="http://schemas.openxmlformats.org/drawingml/2006/main">
              <a:ext uri="{FF2B5EF4-FFF2-40B4-BE49-F238E27FC236}">
                <a16:creationId xmlns:a16="http://schemas.microsoft.com/office/drawing/2014/main" id="{DFC77F2B-2845-4636-B11E-02966A4C201F}"/>
              </a:ext>
            </a:extLst>
          </p:cNvPr>
          <p:cNvPicPr>
            <a:picLocks xmlns:a="http://schemas.openxmlformats.org/drawingml/2006/main" noChangeAspect="1"/>
          </p:cNvPicPr>
          <p:nvPr/>
        </p:nvPicPr>
        <p:blipFill>
          <a:blip xmlns:r="http://schemas.openxmlformats.org/officeDocument/2006/relationships" xmlns:a="http://schemas.openxmlformats.org/drawingml/2006/main" r:embed="Rdf4b8b815cdc4418"/>
          <a:stretch xmlns:a="http://schemas.openxmlformats.org/drawingml/2006/main"/>
        </p:blipFill>
        <p:spPr>
          <a:xfrm xmlns:a="http://schemas.openxmlformats.org/drawingml/2006/main">
            <a:off x="616990" y="3714750"/>
            <a:ext cx="10653220" cy="1238250"/>
          </a:xfrm>
          <a:prstGeom xmlns:a="http://schemas.openxmlformats.org/drawingml/2006/main" prst="rect">
            <a:avLst/>
          </a:prstGeom>
        </p:spPr>
      </p:pic>
      <p:sp>
        <p:nvSpPr>
          <p:cNvPr id="6" name="text-4">
            <a:extLst xmlns:a="http://schemas.openxmlformats.org/drawingml/2006/main">
              <a:ext uri="{FF2B5EF4-FFF2-40B4-BE49-F238E27FC236}">
                <a16:creationId xmlns:a16="http://schemas.microsoft.com/office/drawing/2014/main" id="{2AAD75D5-A57D-4568-BA5D-7CDA4A5C5A2A}"/>
              </a:ext>
            </a:extLst>
          </p:cNvPr>
          <p:cNvSpPr>
            <a:spLocks xmlns:a="http://schemas.openxmlformats.org/drawingml/2006/main" noGrp="1"/>
          </p:cNvSpPr>
          <p:nvPr/>
        </p:nvSpPr>
        <p:spPr>
          <a:xfrm xmlns:a="http://schemas.openxmlformats.org/drawingml/2006/main">
            <a:off x="609600" y="5219700"/>
            <a:ext cx="1047750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025" b="0">
                <a:solidFill>
                  <a:srgbClr val="A3B8C6"/>
                </a:solidFill>
                <a:latin typeface="DejaVu Sans"/>
                <a:ea typeface="DejaVu Sans"/>
                <a:cs typeface="DejaVu Sans"/>
              </a:defRPr>
            </a:defPPr>
            <a:lvl1pPr>
              <a:defRPr sz="2025" b="0">
                <a:solidFill>
                  <a:srgbClr val="A3B8C6"/>
                </a:solidFill>
                <a:latin typeface="DejaVu Sans"/>
                <a:ea typeface="DejaVu Sans"/>
                <a:cs typeface="DejaVu Sans"/>
              </a:defRPr>
            </a:lvl1pPr>
            <a:lvl2pPr>
              <a:defRPr sz="2025" b="0">
                <a:solidFill>
                  <a:srgbClr val="A3B8C6"/>
                </a:solidFill>
                <a:latin typeface="DejaVu Sans"/>
                <a:ea typeface="DejaVu Sans"/>
                <a:cs typeface="DejaVu Sans"/>
              </a:defRPr>
            </a:lvl2pPr>
            <a:lvl3pPr>
              <a:defRPr sz="2025" b="0">
                <a:solidFill>
                  <a:srgbClr val="A3B8C6"/>
                </a:solidFill>
                <a:latin typeface="DejaVu Sans"/>
                <a:ea typeface="DejaVu Sans"/>
                <a:cs typeface="DejaVu Sans"/>
              </a:defRPr>
            </a:lvl3pPr>
            <a:lvl4pPr>
              <a:defRPr sz="2025" b="0">
                <a:solidFill>
                  <a:srgbClr val="A3B8C6"/>
                </a:solidFill>
                <a:latin typeface="DejaVu Sans"/>
                <a:ea typeface="DejaVu Sans"/>
                <a:cs typeface="DejaVu Sans"/>
              </a:defRPr>
            </a:lvl4pPr>
            <a:lvl5pPr>
              <a:defRPr sz="2025" b="0">
                <a:solidFill>
                  <a:srgbClr val="A3B8C6"/>
                </a:solidFill>
                <a:latin typeface="DejaVu Sans"/>
                <a:ea typeface="DejaVu Sans"/>
                <a:cs typeface="DejaVu Sans"/>
              </a:defRPr>
            </a:lvl5pPr>
            <a:lvl6pPr>
              <a:defRPr sz="2025" b="0">
                <a:solidFill>
                  <a:srgbClr val="A3B8C6"/>
                </a:solidFill>
                <a:latin typeface="DejaVu Sans"/>
                <a:ea typeface="DejaVu Sans"/>
                <a:cs typeface="DejaVu Sans"/>
              </a:defRPr>
            </a:lvl6pPr>
            <a:lvl7pPr>
              <a:defRPr sz="2025" b="0">
                <a:solidFill>
                  <a:srgbClr val="A3B8C6"/>
                </a:solidFill>
                <a:latin typeface="DejaVu Sans"/>
                <a:ea typeface="DejaVu Sans"/>
                <a:cs typeface="DejaVu Sans"/>
              </a:defRPr>
            </a:lvl7pPr>
            <a:lvl8pPr>
              <a:defRPr sz="2025" b="0">
                <a:solidFill>
                  <a:srgbClr val="A3B8C6"/>
                </a:solidFill>
                <a:latin typeface="DejaVu Sans"/>
                <a:ea typeface="DejaVu Sans"/>
                <a:cs typeface="DejaVu Sans"/>
              </a:defRPr>
            </a:lvl8pPr>
            <a:lvl9pPr>
              <a:defRPr sz="2025" b="0">
                <a:solidFill>
                  <a:srgbClr val="A3B8C6"/>
                </a:solidFill>
                <a:latin typeface="DejaVu Sans"/>
                <a:ea typeface="DejaVu Sans"/>
                <a:cs typeface="DejaVu Sans"/>
              </a:defRPr>
            </a:lvl9pPr>
          </a:lstStyle>
          <a:p xmlns:a="http://schemas.openxmlformats.org/drawingml/2006/main">
            <a:pPr>
              <a:defRPr sz="2025" b="0">
                <a:solidFill>
                  <a:srgbClr val="A3B8C6"/>
                </a:solidFill>
                <a:latin typeface="DejaVu Sans"/>
                <a:ea typeface="DejaVu Sans"/>
                <a:cs typeface="DejaVu Sans"/>
              </a:defRPr>
            </a:pPr>
            <a:r>
              <a:rPr sz="2025" b="0">
                <a:solidFill>
                  <a:srgbClr val="A3B8C6"/>
                </a:solidFill>
                <a:latin typeface="DejaVu Sans"/>
                <a:ea typeface="DejaVu Sans"/>
                <a:cs typeface="DejaVu Sans"/>
              </a:rPr>
              <a:t>Two ledger postings balance to zero.</a:t>
            </a:r>
          </a:p>
          <a:p xmlns:a="http://schemas.openxmlformats.org/drawingml/2006/main">
            <a:pPr>
              <a:defRPr sz="2025" b="0">
                <a:solidFill>
                  <a:srgbClr val="A3B8C6"/>
                </a:solidFill>
                <a:latin typeface="DejaVu Sans"/>
                <a:ea typeface="DejaVu Sans"/>
                <a:cs typeface="DejaVu Sans"/>
              </a:defRPr>
            </a:pPr>
            <a:r>
              <a:rPr sz="2025" b="0">
                <a:solidFill>
                  <a:srgbClr val="A3B8C6"/>
                </a:solidFill>
                <a:latin typeface="DejaVu Sans"/>
                <a:ea typeface="DejaVu Sans"/>
                <a:cs typeface="DejaVu Sans"/>
              </a:rPr>
              <a:t>SIM references identify local software execution.</a:t>
            </a:r>
          </a:p>
        </p:txBody>
      </p:sp>
    </p:spTree>
    <p:extLst>
      <p:ext uri="{BB962C8B-B14F-4D97-AF65-F5344CB8AC3E}">
        <p14:creationId xmlns:p14="http://schemas.microsoft.com/office/powerpoint/2010/main" val="1125268846"/>
      </p:ext>
    </p:extLst>
  </p:cSld>
</p:sld>
</file>

<file path=ppt/slides/slide6.xml><?xml version="1.0" encoding="utf-8"?>
<p:sld xmlns:p="http://schemas.openxmlformats.org/presentationml/2006/main">
  <p:cSld>
    <p:bg>
      <p:bgPr>
        <a:solidFill xmlns:a="http://schemas.openxmlformats.org/drawingml/2006/main">
          <a:srgbClr val="071522"/>
        </a:solidFill>
      </p:bgPr>
    </p:bg>
    <p:spTree>
      <p:nvGrpSpPr>
        <p:cNvPr id="1" name=""/>
        <p:cNvGrpSpPr/>
        <p:nvPr/>
      </p:nvGrpSpPr>
      <p:grpSpPr>
        <a:xfrm xmlns:a="http://schemas.openxmlformats.org/drawingml/2006/main"/>
      </p:grpSpPr>
      <p:sp>
        <p:nvSpPr>
          <p:cNvPr id="5" name="text-0">
            <a:extLst xmlns:a="http://schemas.openxmlformats.org/drawingml/2006/main">
              <a:ext uri="{FF2B5EF4-FFF2-40B4-BE49-F238E27FC236}">
                <a16:creationId xmlns:a16="http://schemas.microsoft.com/office/drawing/2014/main" id="{1EE53CCC-C687-4DA7-81F0-AA1702612146}"/>
              </a:ext>
            </a:extLst>
          </p:cNvPr>
          <p:cNvSpPr>
            <a:spLocks xmlns:a="http://schemas.openxmlformats.org/drawingml/2006/main" noGrp="1"/>
          </p:cNvSpPr>
          <p:nvPr/>
        </p:nvSpPr>
        <p:spPr>
          <a:xfrm xmlns:a="http://schemas.openxmlformats.org/drawingml/2006/main">
            <a:off x="609600" y="457200"/>
            <a:ext cx="108585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300" b="1">
                <a:solidFill>
                  <a:srgbClr val="ECF6FB"/>
                </a:solidFill>
                <a:latin typeface="DejaVu Sans"/>
                <a:ea typeface="DejaVu Sans"/>
                <a:cs typeface="DejaVu Sans"/>
              </a:defRPr>
            </a:defPPr>
            <a:lvl1pPr>
              <a:defRPr sz="3300" b="1">
                <a:solidFill>
                  <a:srgbClr val="ECF6FB"/>
                </a:solidFill>
                <a:latin typeface="DejaVu Sans"/>
                <a:ea typeface="DejaVu Sans"/>
                <a:cs typeface="DejaVu Sans"/>
              </a:defRPr>
            </a:lvl1pPr>
            <a:lvl2pPr>
              <a:defRPr sz="3300" b="1">
                <a:solidFill>
                  <a:srgbClr val="ECF6FB"/>
                </a:solidFill>
                <a:latin typeface="DejaVu Sans"/>
                <a:ea typeface="DejaVu Sans"/>
                <a:cs typeface="DejaVu Sans"/>
              </a:defRPr>
            </a:lvl2pPr>
            <a:lvl3pPr>
              <a:defRPr sz="3300" b="1">
                <a:solidFill>
                  <a:srgbClr val="ECF6FB"/>
                </a:solidFill>
                <a:latin typeface="DejaVu Sans"/>
                <a:ea typeface="DejaVu Sans"/>
                <a:cs typeface="DejaVu Sans"/>
              </a:defRPr>
            </a:lvl3pPr>
            <a:lvl4pPr>
              <a:defRPr sz="3300" b="1">
                <a:solidFill>
                  <a:srgbClr val="ECF6FB"/>
                </a:solidFill>
                <a:latin typeface="DejaVu Sans"/>
                <a:ea typeface="DejaVu Sans"/>
                <a:cs typeface="DejaVu Sans"/>
              </a:defRPr>
            </a:lvl4pPr>
            <a:lvl5pPr>
              <a:defRPr sz="3300" b="1">
                <a:solidFill>
                  <a:srgbClr val="ECF6FB"/>
                </a:solidFill>
                <a:latin typeface="DejaVu Sans"/>
                <a:ea typeface="DejaVu Sans"/>
                <a:cs typeface="DejaVu Sans"/>
              </a:defRPr>
            </a:lvl5pPr>
            <a:lvl6pPr>
              <a:defRPr sz="3300" b="1">
                <a:solidFill>
                  <a:srgbClr val="ECF6FB"/>
                </a:solidFill>
                <a:latin typeface="DejaVu Sans"/>
                <a:ea typeface="DejaVu Sans"/>
                <a:cs typeface="DejaVu Sans"/>
              </a:defRPr>
            </a:lvl6pPr>
            <a:lvl7pPr>
              <a:defRPr sz="3300" b="1">
                <a:solidFill>
                  <a:srgbClr val="ECF6FB"/>
                </a:solidFill>
                <a:latin typeface="DejaVu Sans"/>
                <a:ea typeface="DejaVu Sans"/>
                <a:cs typeface="DejaVu Sans"/>
              </a:defRPr>
            </a:lvl7pPr>
            <a:lvl8pPr>
              <a:defRPr sz="3300" b="1">
                <a:solidFill>
                  <a:srgbClr val="ECF6FB"/>
                </a:solidFill>
                <a:latin typeface="DejaVu Sans"/>
                <a:ea typeface="DejaVu Sans"/>
                <a:cs typeface="DejaVu Sans"/>
              </a:defRPr>
            </a:lvl8pPr>
            <a:lvl9pPr>
              <a:defRPr sz="3300" b="1">
                <a:solidFill>
                  <a:srgbClr val="ECF6FB"/>
                </a:solidFill>
                <a:latin typeface="DejaVu Sans"/>
                <a:ea typeface="DejaVu Sans"/>
                <a:cs typeface="DejaVu Sans"/>
              </a:defRPr>
            </a:lvl9pPr>
          </a:lstStyle>
          <a:p xmlns:a="http://schemas.openxmlformats.org/drawingml/2006/main">
            <a:pPr>
              <a:defRPr sz="3300" b="1">
                <a:solidFill>
                  <a:srgbClr val="ECF6FB"/>
                </a:solidFill>
                <a:latin typeface="DejaVu Sans"/>
                <a:ea typeface="DejaVu Sans"/>
                <a:cs typeface="DejaVu Sans"/>
              </a:defRPr>
            </a:pPr>
            <a:r>
              <a:rPr sz="3300" b="1">
                <a:solidFill>
                  <a:srgbClr val="ECF6FB"/>
                </a:solidFill>
                <a:latin typeface="DejaVu Sans"/>
                <a:ea typeface="DejaVu Sans"/>
                <a:cs typeface="DejaVu Sans"/>
              </a:rPr>
              <a:t>A conflicting invoice stays blocked</a:t>
            </a:r>
          </a:p>
        </p:txBody>
      </p:sp>
      <p:sp>
        <p:nvSpPr>
          <p:cNvPr id="2" name="text-1">
            <a:extLst xmlns:a="http://schemas.openxmlformats.org/drawingml/2006/main">
              <a:ext uri="{FF2B5EF4-FFF2-40B4-BE49-F238E27FC236}">
                <a16:creationId xmlns:a16="http://schemas.microsoft.com/office/drawing/2014/main" id="{F6B043DC-83B2-45F4-9755-C1C2DBCC37D8}"/>
              </a:ext>
            </a:extLst>
          </p:cNvPr>
          <p:cNvSpPr>
            <a:spLocks xmlns:a="http://schemas.openxmlformats.org/drawingml/2006/main" noGrp="1"/>
          </p:cNvSpPr>
          <p:nvPr/>
        </p:nvSpPr>
        <p:spPr>
          <a:xfrm xmlns:a="http://schemas.openxmlformats.org/drawingml/2006/main">
            <a:off x="11144250" y="6305550"/>
            <a:ext cx="476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350" b="0">
                <a:solidFill>
                  <a:srgbClr val="A3B8C6"/>
                </a:solidFill>
                <a:latin typeface="DejaVu Sans"/>
                <a:ea typeface="DejaVu Sans"/>
                <a:cs typeface="DejaVu Sans"/>
              </a:defRPr>
            </a:defPPr>
            <a:lvl1pPr>
              <a:defRPr sz="1350" b="0">
                <a:solidFill>
                  <a:srgbClr val="A3B8C6"/>
                </a:solidFill>
                <a:latin typeface="DejaVu Sans"/>
                <a:ea typeface="DejaVu Sans"/>
                <a:cs typeface="DejaVu Sans"/>
              </a:defRPr>
            </a:lvl1pPr>
            <a:lvl2pPr>
              <a:defRPr sz="1350" b="0">
                <a:solidFill>
                  <a:srgbClr val="A3B8C6"/>
                </a:solidFill>
                <a:latin typeface="DejaVu Sans"/>
                <a:ea typeface="DejaVu Sans"/>
                <a:cs typeface="DejaVu Sans"/>
              </a:defRPr>
            </a:lvl2pPr>
            <a:lvl3pPr>
              <a:defRPr sz="1350" b="0">
                <a:solidFill>
                  <a:srgbClr val="A3B8C6"/>
                </a:solidFill>
                <a:latin typeface="DejaVu Sans"/>
                <a:ea typeface="DejaVu Sans"/>
                <a:cs typeface="DejaVu Sans"/>
              </a:defRPr>
            </a:lvl3pPr>
            <a:lvl4pPr>
              <a:defRPr sz="1350" b="0">
                <a:solidFill>
                  <a:srgbClr val="A3B8C6"/>
                </a:solidFill>
                <a:latin typeface="DejaVu Sans"/>
                <a:ea typeface="DejaVu Sans"/>
                <a:cs typeface="DejaVu Sans"/>
              </a:defRPr>
            </a:lvl4pPr>
            <a:lvl5pPr>
              <a:defRPr sz="1350" b="0">
                <a:solidFill>
                  <a:srgbClr val="A3B8C6"/>
                </a:solidFill>
                <a:latin typeface="DejaVu Sans"/>
                <a:ea typeface="DejaVu Sans"/>
                <a:cs typeface="DejaVu Sans"/>
              </a:defRPr>
            </a:lvl5pPr>
            <a:lvl6pPr>
              <a:defRPr sz="1350" b="0">
                <a:solidFill>
                  <a:srgbClr val="A3B8C6"/>
                </a:solidFill>
                <a:latin typeface="DejaVu Sans"/>
                <a:ea typeface="DejaVu Sans"/>
                <a:cs typeface="DejaVu Sans"/>
              </a:defRPr>
            </a:lvl6pPr>
            <a:lvl7pPr>
              <a:defRPr sz="1350" b="0">
                <a:solidFill>
                  <a:srgbClr val="A3B8C6"/>
                </a:solidFill>
                <a:latin typeface="DejaVu Sans"/>
                <a:ea typeface="DejaVu Sans"/>
                <a:cs typeface="DejaVu Sans"/>
              </a:defRPr>
            </a:lvl7pPr>
            <a:lvl8pPr>
              <a:defRPr sz="1350" b="0">
                <a:solidFill>
                  <a:srgbClr val="A3B8C6"/>
                </a:solidFill>
                <a:latin typeface="DejaVu Sans"/>
                <a:ea typeface="DejaVu Sans"/>
                <a:cs typeface="DejaVu Sans"/>
              </a:defRPr>
            </a:lvl8pPr>
            <a:lvl9pPr>
              <a:defRPr sz="1350" b="0">
                <a:solidFill>
                  <a:srgbClr val="A3B8C6"/>
                </a:solidFill>
                <a:latin typeface="DejaVu Sans"/>
                <a:ea typeface="DejaVu Sans"/>
                <a:cs typeface="DejaVu Sans"/>
              </a:defRPr>
            </a:lvl9pPr>
          </a:lstStyle>
          <a:p xmlns:a="http://schemas.openxmlformats.org/drawingml/2006/main">
            <a:pPr>
              <a:defRPr sz="1350" b="0">
                <a:solidFill>
                  <a:srgbClr val="A3B8C6"/>
                </a:solidFill>
                <a:latin typeface="DejaVu Sans"/>
                <a:ea typeface="DejaVu Sans"/>
                <a:cs typeface="DejaVu Sans"/>
              </a:defRPr>
            </a:pPr>
            <a:r>
              <a:rPr sz="1350" b="0">
                <a:solidFill>
                  <a:srgbClr val="A3B8C6"/>
                </a:solidFill>
                <a:latin typeface="DejaVu Sans"/>
                <a:ea typeface="DejaVu Sans"/>
                <a:cs typeface="DejaVu Sans"/>
              </a:rPr>
              <a:t>06</a:t>
            </a:r>
          </a:p>
        </p:txBody>
      </p:sp>
      <p:pic>
        <p:nvPicPr>
          <p:cNvPr id="3" name="">
            <a:extLst xmlns:a="http://schemas.openxmlformats.org/drawingml/2006/main">
              <a:ext uri="{FF2B5EF4-FFF2-40B4-BE49-F238E27FC236}">
                <a16:creationId xmlns:a16="http://schemas.microsoft.com/office/drawing/2014/main" id="{31BD0ADF-E649-4634-8D73-7AD3782803AA}"/>
              </a:ext>
            </a:extLst>
          </p:cNvPr>
          <p:cNvPicPr>
            <a:picLocks xmlns:a="http://schemas.openxmlformats.org/drawingml/2006/main" noChangeAspect="1"/>
          </p:cNvPicPr>
          <p:nvPr/>
        </p:nvPicPr>
        <p:blipFill>
          <a:blip xmlns:r="http://schemas.openxmlformats.org/officeDocument/2006/relationships" xmlns:a="http://schemas.openxmlformats.org/drawingml/2006/main" r:embed="Re563ceaa25fa4db1"/>
          <a:stretch xmlns:a="http://schemas.openxmlformats.org/drawingml/2006/main"/>
        </p:blipFill>
        <p:spPr>
          <a:xfrm xmlns:a="http://schemas.openxmlformats.org/drawingml/2006/main">
            <a:off x="2292107" y="1619250"/>
            <a:ext cx="2635736" cy="4095750"/>
          </a:xfrm>
          <a:prstGeom xmlns:a="http://schemas.openxmlformats.org/drawingml/2006/main" prst="rect">
            <a:avLst/>
          </a:prstGeom>
        </p:spPr>
      </p:pic>
      <p:sp>
        <p:nvSpPr>
          <p:cNvPr id="4" name="text-2">
            <a:extLst xmlns:a="http://schemas.openxmlformats.org/drawingml/2006/main">
              <a:ext uri="{FF2B5EF4-FFF2-40B4-BE49-F238E27FC236}">
                <a16:creationId xmlns:a16="http://schemas.microsoft.com/office/drawing/2014/main" id="{6D38467B-5FC9-469A-8167-D502F48A6A0C}"/>
              </a:ext>
            </a:extLst>
          </p:cNvPr>
          <p:cNvSpPr>
            <a:spLocks xmlns:a="http://schemas.openxmlformats.org/drawingml/2006/main" noGrp="1"/>
          </p:cNvSpPr>
          <p:nvPr/>
        </p:nvSpPr>
        <p:spPr>
          <a:xfrm xmlns:a="http://schemas.openxmlformats.org/drawingml/2006/main">
            <a:off x="7239000" y="2000250"/>
            <a:ext cx="4095750" cy="3143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250" b="0">
                <a:solidFill>
                  <a:srgbClr val="A3B8C6"/>
                </a:solidFill>
                <a:latin typeface="DejaVu Sans"/>
                <a:ea typeface="DejaVu Sans"/>
                <a:cs typeface="DejaVu Sans"/>
              </a:defRPr>
            </a:defPPr>
            <a:lvl1pPr>
              <a:defRPr sz="2250" b="0">
                <a:solidFill>
                  <a:srgbClr val="A3B8C6"/>
                </a:solidFill>
                <a:latin typeface="DejaVu Sans"/>
                <a:ea typeface="DejaVu Sans"/>
                <a:cs typeface="DejaVu Sans"/>
              </a:defRPr>
            </a:lvl1pPr>
            <a:lvl2pPr>
              <a:defRPr sz="2250" b="0">
                <a:solidFill>
                  <a:srgbClr val="A3B8C6"/>
                </a:solidFill>
                <a:latin typeface="DejaVu Sans"/>
                <a:ea typeface="DejaVu Sans"/>
                <a:cs typeface="DejaVu Sans"/>
              </a:defRPr>
            </a:lvl2pPr>
            <a:lvl3pPr>
              <a:defRPr sz="2250" b="0">
                <a:solidFill>
                  <a:srgbClr val="A3B8C6"/>
                </a:solidFill>
                <a:latin typeface="DejaVu Sans"/>
                <a:ea typeface="DejaVu Sans"/>
                <a:cs typeface="DejaVu Sans"/>
              </a:defRPr>
            </a:lvl3pPr>
            <a:lvl4pPr>
              <a:defRPr sz="2250" b="0">
                <a:solidFill>
                  <a:srgbClr val="A3B8C6"/>
                </a:solidFill>
                <a:latin typeface="DejaVu Sans"/>
                <a:ea typeface="DejaVu Sans"/>
                <a:cs typeface="DejaVu Sans"/>
              </a:defRPr>
            </a:lvl4pPr>
            <a:lvl5pPr>
              <a:defRPr sz="2250" b="0">
                <a:solidFill>
                  <a:srgbClr val="A3B8C6"/>
                </a:solidFill>
                <a:latin typeface="DejaVu Sans"/>
                <a:ea typeface="DejaVu Sans"/>
                <a:cs typeface="DejaVu Sans"/>
              </a:defRPr>
            </a:lvl5pPr>
            <a:lvl6pPr>
              <a:defRPr sz="2250" b="0">
                <a:solidFill>
                  <a:srgbClr val="A3B8C6"/>
                </a:solidFill>
                <a:latin typeface="DejaVu Sans"/>
                <a:ea typeface="DejaVu Sans"/>
                <a:cs typeface="DejaVu Sans"/>
              </a:defRPr>
            </a:lvl6pPr>
            <a:lvl7pPr>
              <a:defRPr sz="2250" b="0">
                <a:solidFill>
                  <a:srgbClr val="A3B8C6"/>
                </a:solidFill>
                <a:latin typeface="DejaVu Sans"/>
                <a:ea typeface="DejaVu Sans"/>
                <a:cs typeface="DejaVu Sans"/>
              </a:defRPr>
            </a:lvl7pPr>
            <a:lvl8pPr>
              <a:defRPr sz="2250" b="0">
                <a:solidFill>
                  <a:srgbClr val="A3B8C6"/>
                </a:solidFill>
                <a:latin typeface="DejaVu Sans"/>
                <a:ea typeface="DejaVu Sans"/>
                <a:cs typeface="DejaVu Sans"/>
              </a:defRPr>
            </a:lvl8pPr>
            <a:lvl9pPr>
              <a:defRPr sz="2250" b="0">
                <a:solidFill>
                  <a:srgbClr val="A3B8C6"/>
                </a:solidFill>
                <a:latin typeface="DejaVu Sans"/>
                <a:ea typeface="DejaVu Sans"/>
                <a:cs typeface="DejaVu Sans"/>
              </a:defRPr>
            </a:lvl9pPr>
          </a:lstStyle>
          <a:p xmlns:a="http://schemas.openxmlformats.org/drawingml/2006/main">
            <a:pPr>
              <a:defRPr sz="2250" b="0">
                <a:solidFill>
                  <a:srgbClr val="A3B8C6"/>
                </a:solidFill>
                <a:latin typeface="DejaVu Sans"/>
                <a:ea typeface="DejaVu Sans"/>
                <a:cs typeface="DejaVu Sans"/>
              </a:defRPr>
            </a:pPr>
            <a:r>
              <a:rPr sz="2250" b="0">
                <a:solidFill>
                  <a:srgbClr val="A3B8C6"/>
                </a:solidFill>
                <a:latin typeface="DejaVu Sans"/>
                <a:ea typeface="DejaVu Sans"/>
                <a:cs typeface="DejaVu Sans"/>
              </a:rPr>
              <a:t>Conflicting source values</a:t>
            </a:r>
          </a:p>
          <a:p xmlns:a="http://schemas.openxmlformats.org/drawingml/2006/main">
            <a:r>
              <a:t/>
            </a:r>
          </a:p>
          <a:p xmlns:a="http://schemas.openxmlformats.org/drawingml/2006/main">
            <a:pPr>
              <a:defRPr sz="2250" b="0">
                <a:solidFill>
                  <a:srgbClr val="A3B8C6"/>
                </a:solidFill>
                <a:latin typeface="DejaVu Sans"/>
                <a:ea typeface="DejaVu Sans"/>
                <a:cs typeface="DejaVu Sans"/>
              </a:defRPr>
            </a:pPr>
            <a:r>
              <a:rPr sz="2250" b="0">
                <a:solidFill>
                  <a:srgbClr val="A3B8C6"/>
                </a:solidFill>
                <a:latin typeface="DejaVu Sans"/>
                <a:ea typeface="DejaVu Sans"/>
                <a:cs typeface="DejaVu Sans"/>
              </a:rPr>
              <a:t>Explicit clarification</a:t>
            </a:r>
          </a:p>
          <a:p xmlns:a="http://schemas.openxmlformats.org/drawingml/2006/main">
            <a:r>
              <a:t/>
            </a:r>
          </a:p>
          <a:p xmlns:a="http://schemas.openxmlformats.org/drawingml/2006/main">
            <a:pPr>
              <a:defRPr sz="2250" b="0">
                <a:solidFill>
                  <a:srgbClr val="A3B8C6"/>
                </a:solidFill>
                <a:latin typeface="DejaVu Sans"/>
                <a:ea typeface="DejaVu Sans"/>
                <a:cs typeface="DejaVu Sans"/>
              </a:defRPr>
            </a:pPr>
            <a:r>
              <a:rPr sz="2250" b="0">
                <a:solidFill>
                  <a:srgbClr val="A3B8C6"/>
                </a:solidFill>
                <a:latin typeface="DejaVu Sans"/>
                <a:ea typeface="DejaVu Sans"/>
                <a:cs typeface="DejaVu Sans"/>
              </a:rPr>
              <a:t>No quote or approval shortcut</a:t>
            </a:r>
          </a:p>
        </p:txBody>
      </p:sp>
    </p:spTree>
    <p:extLst>
      <p:ext uri="{BB962C8B-B14F-4D97-AF65-F5344CB8AC3E}">
        <p14:creationId xmlns:p14="http://schemas.microsoft.com/office/powerpoint/2010/main" val="1374853942"/>
      </p:ext>
    </p:extLst>
  </p:cSld>
</p:sld>
</file>

<file path=ppt/slides/slide7.xml><?xml version="1.0" encoding="utf-8"?>
<p:sld xmlns:p="http://schemas.openxmlformats.org/presentationml/2006/main">
  <p:cSld>
    <p:bg>
      <p:bgPr>
        <a:solidFill xmlns:a="http://schemas.openxmlformats.org/drawingml/2006/main">
          <a:srgbClr val="071522"/>
        </a:solidFill>
      </p:bgPr>
    </p:bg>
    <p:spTree>
      <p:nvGrpSpPr>
        <p:cNvPr id="1" name=""/>
        <p:cNvGrpSpPr/>
        <p:nvPr/>
      </p:nvGrpSpPr>
      <p:grpSpPr>
        <a:xfrm xmlns:a="http://schemas.openxmlformats.org/drawingml/2006/main"/>
      </p:grpSpPr>
      <p:sp>
        <p:nvSpPr>
          <p:cNvPr id="5" name="text-0">
            <a:extLst xmlns:a="http://schemas.openxmlformats.org/drawingml/2006/main">
              <a:ext uri="{FF2B5EF4-FFF2-40B4-BE49-F238E27FC236}">
                <a16:creationId xmlns:a16="http://schemas.microsoft.com/office/drawing/2014/main" id="{A1AD2871-BB06-4B1B-8018-CCA27B0E99FB}"/>
              </a:ext>
            </a:extLst>
          </p:cNvPr>
          <p:cNvSpPr>
            <a:spLocks xmlns:a="http://schemas.openxmlformats.org/drawingml/2006/main" noGrp="1"/>
          </p:cNvSpPr>
          <p:nvPr/>
        </p:nvSpPr>
        <p:spPr>
          <a:xfrm xmlns:a="http://schemas.openxmlformats.org/drawingml/2006/main">
            <a:off x="609600" y="457200"/>
            <a:ext cx="108585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300" b="1">
                <a:solidFill>
                  <a:srgbClr val="ECF6FB"/>
                </a:solidFill>
                <a:latin typeface="DejaVu Sans"/>
                <a:ea typeface="DejaVu Sans"/>
                <a:cs typeface="DejaVu Sans"/>
              </a:defRPr>
            </a:defPPr>
            <a:lvl1pPr>
              <a:defRPr sz="3300" b="1">
                <a:solidFill>
                  <a:srgbClr val="ECF6FB"/>
                </a:solidFill>
                <a:latin typeface="DejaVu Sans"/>
                <a:ea typeface="DejaVu Sans"/>
                <a:cs typeface="DejaVu Sans"/>
              </a:defRPr>
            </a:lvl1pPr>
            <a:lvl2pPr>
              <a:defRPr sz="3300" b="1">
                <a:solidFill>
                  <a:srgbClr val="ECF6FB"/>
                </a:solidFill>
                <a:latin typeface="DejaVu Sans"/>
                <a:ea typeface="DejaVu Sans"/>
                <a:cs typeface="DejaVu Sans"/>
              </a:defRPr>
            </a:lvl2pPr>
            <a:lvl3pPr>
              <a:defRPr sz="3300" b="1">
                <a:solidFill>
                  <a:srgbClr val="ECF6FB"/>
                </a:solidFill>
                <a:latin typeface="DejaVu Sans"/>
                <a:ea typeface="DejaVu Sans"/>
                <a:cs typeface="DejaVu Sans"/>
              </a:defRPr>
            </a:lvl3pPr>
            <a:lvl4pPr>
              <a:defRPr sz="3300" b="1">
                <a:solidFill>
                  <a:srgbClr val="ECF6FB"/>
                </a:solidFill>
                <a:latin typeface="DejaVu Sans"/>
                <a:ea typeface="DejaVu Sans"/>
                <a:cs typeface="DejaVu Sans"/>
              </a:defRPr>
            </a:lvl4pPr>
            <a:lvl5pPr>
              <a:defRPr sz="3300" b="1">
                <a:solidFill>
                  <a:srgbClr val="ECF6FB"/>
                </a:solidFill>
                <a:latin typeface="DejaVu Sans"/>
                <a:ea typeface="DejaVu Sans"/>
                <a:cs typeface="DejaVu Sans"/>
              </a:defRPr>
            </a:lvl5pPr>
            <a:lvl6pPr>
              <a:defRPr sz="3300" b="1">
                <a:solidFill>
                  <a:srgbClr val="ECF6FB"/>
                </a:solidFill>
                <a:latin typeface="DejaVu Sans"/>
                <a:ea typeface="DejaVu Sans"/>
                <a:cs typeface="DejaVu Sans"/>
              </a:defRPr>
            </a:lvl6pPr>
            <a:lvl7pPr>
              <a:defRPr sz="3300" b="1">
                <a:solidFill>
                  <a:srgbClr val="ECF6FB"/>
                </a:solidFill>
                <a:latin typeface="DejaVu Sans"/>
                <a:ea typeface="DejaVu Sans"/>
                <a:cs typeface="DejaVu Sans"/>
              </a:defRPr>
            </a:lvl7pPr>
            <a:lvl8pPr>
              <a:defRPr sz="3300" b="1">
                <a:solidFill>
                  <a:srgbClr val="ECF6FB"/>
                </a:solidFill>
                <a:latin typeface="DejaVu Sans"/>
                <a:ea typeface="DejaVu Sans"/>
                <a:cs typeface="DejaVu Sans"/>
              </a:defRPr>
            </a:lvl8pPr>
            <a:lvl9pPr>
              <a:defRPr sz="3300" b="1">
                <a:solidFill>
                  <a:srgbClr val="ECF6FB"/>
                </a:solidFill>
                <a:latin typeface="DejaVu Sans"/>
                <a:ea typeface="DejaVu Sans"/>
                <a:cs typeface="DejaVu Sans"/>
              </a:defRPr>
            </a:lvl9pPr>
          </a:lstStyle>
          <a:p xmlns:a="http://schemas.openxmlformats.org/drawingml/2006/main">
            <a:pPr>
              <a:defRPr sz="3300" b="1">
                <a:solidFill>
                  <a:srgbClr val="ECF6FB"/>
                </a:solidFill>
                <a:latin typeface="DejaVu Sans"/>
                <a:ea typeface="DejaVu Sans"/>
                <a:cs typeface="DejaVu Sans"/>
              </a:defRPr>
            </a:pPr>
            <a:r>
              <a:rPr sz="3300" b="1">
                <a:solidFill>
                  <a:srgbClr val="ECF6FB"/>
                </a:solidFill>
                <a:latin typeface="DejaVu Sans"/>
                <a:ea typeface="DejaVu Sans"/>
                <a:cs typeface="DejaVu Sans"/>
              </a:rPr>
              <a:t>Research results expose remaining failures</a:t>
            </a:r>
          </a:p>
        </p:txBody>
      </p:sp>
      <p:sp>
        <p:nvSpPr>
          <p:cNvPr id="2" name="text-1">
            <a:extLst xmlns:a="http://schemas.openxmlformats.org/drawingml/2006/main">
              <a:ext uri="{FF2B5EF4-FFF2-40B4-BE49-F238E27FC236}">
                <a16:creationId xmlns:a16="http://schemas.microsoft.com/office/drawing/2014/main" id="{B48A4C44-447D-41D0-A723-BAB4FE1DCF1B}"/>
              </a:ext>
            </a:extLst>
          </p:cNvPr>
          <p:cNvSpPr>
            <a:spLocks xmlns:a="http://schemas.openxmlformats.org/drawingml/2006/main" noGrp="1"/>
          </p:cNvSpPr>
          <p:nvPr/>
        </p:nvSpPr>
        <p:spPr>
          <a:xfrm xmlns:a="http://schemas.openxmlformats.org/drawingml/2006/main">
            <a:off x="11144250" y="6305550"/>
            <a:ext cx="476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350" b="0">
                <a:solidFill>
                  <a:srgbClr val="A3B8C6"/>
                </a:solidFill>
                <a:latin typeface="DejaVu Sans"/>
                <a:ea typeface="DejaVu Sans"/>
                <a:cs typeface="DejaVu Sans"/>
              </a:defRPr>
            </a:defPPr>
            <a:lvl1pPr>
              <a:defRPr sz="1350" b="0">
                <a:solidFill>
                  <a:srgbClr val="A3B8C6"/>
                </a:solidFill>
                <a:latin typeface="DejaVu Sans"/>
                <a:ea typeface="DejaVu Sans"/>
                <a:cs typeface="DejaVu Sans"/>
              </a:defRPr>
            </a:lvl1pPr>
            <a:lvl2pPr>
              <a:defRPr sz="1350" b="0">
                <a:solidFill>
                  <a:srgbClr val="A3B8C6"/>
                </a:solidFill>
                <a:latin typeface="DejaVu Sans"/>
                <a:ea typeface="DejaVu Sans"/>
                <a:cs typeface="DejaVu Sans"/>
              </a:defRPr>
            </a:lvl2pPr>
            <a:lvl3pPr>
              <a:defRPr sz="1350" b="0">
                <a:solidFill>
                  <a:srgbClr val="A3B8C6"/>
                </a:solidFill>
                <a:latin typeface="DejaVu Sans"/>
                <a:ea typeface="DejaVu Sans"/>
                <a:cs typeface="DejaVu Sans"/>
              </a:defRPr>
            </a:lvl3pPr>
            <a:lvl4pPr>
              <a:defRPr sz="1350" b="0">
                <a:solidFill>
                  <a:srgbClr val="A3B8C6"/>
                </a:solidFill>
                <a:latin typeface="DejaVu Sans"/>
                <a:ea typeface="DejaVu Sans"/>
                <a:cs typeface="DejaVu Sans"/>
              </a:defRPr>
            </a:lvl4pPr>
            <a:lvl5pPr>
              <a:defRPr sz="1350" b="0">
                <a:solidFill>
                  <a:srgbClr val="A3B8C6"/>
                </a:solidFill>
                <a:latin typeface="DejaVu Sans"/>
                <a:ea typeface="DejaVu Sans"/>
                <a:cs typeface="DejaVu Sans"/>
              </a:defRPr>
            </a:lvl5pPr>
            <a:lvl6pPr>
              <a:defRPr sz="1350" b="0">
                <a:solidFill>
                  <a:srgbClr val="A3B8C6"/>
                </a:solidFill>
                <a:latin typeface="DejaVu Sans"/>
                <a:ea typeface="DejaVu Sans"/>
                <a:cs typeface="DejaVu Sans"/>
              </a:defRPr>
            </a:lvl6pPr>
            <a:lvl7pPr>
              <a:defRPr sz="1350" b="0">
                <a:solidFill>
                  <a:srgbClr val="A3B8C6"/>
                </a:solidFill>
                <a:latin typeface="DejaVu Sans"/>
                <a:ea typeface="DejaVu Sans"/>
                <a:cs typeface="DejaVu Sans"/>
              </a:defRPr>
            </a:lvl7pPr>
            <a:lvl8pPr>
              <a:defRPr sz="1350" b="0">
                <a:solidFill>
                  <a:srgbClr val="A3B8C6"/>
                </a:solidFill>
                <a:latin typeface="DejaVu Sans"/>
                <a:ea typeface="DejaVu Sans"/>
                <a:cs typeface="DejaVu Sans"/>
              </a:defRPr>
            </a:lvl8pPr>
            <a:lvl9pPr>
              <a:defRPr sz="1350" b="0">
                <a:solidFill>
                  <a:srgbClr val="A3B8C6"/>
                </a:solidFill>
                <a:latin typeface="DejaVu Sans"/>
                <a:ea typeface="DejaVu Sans"/>
                <a:cs typeface="DejaVu Sans"/>
              </a:defRPr>
            </a:lvl9pPr>
          </a:lstStyle>
          <a:p xmlns:a="http://schemas.openxmlformats.org/drawingml/2006/main">
            <a:pPr>
              <a:defRPr sz="1350" b="0">
                <a:solidFill>
                  <a:srgbClr val="A3B8C6"/>
                </a:solidFill>
                <a:latin typeface="DejaVu Sans"/>
                <a:ea typeface="DejaVu Sans"/>
                <a:cs typeface="DejaVu Sans"/>
              </a:defRPr>
            </a:pPr>
            <a:r>
              <a:rPr sz="1350" b="0">
                <a:solidFill>
                  <a:srgbClr val="A3B8C6"/>
                </a:solidFill>
                <a:latin typeface="DejaVu Sans"/>
                <a:ea typeface="DejaVu Sans"/>
                <a:cs typeface="DejaVu Sans"/>
              </a:rPr>
              <a:t>07</a:t>
            </a:r>
          </a:p>
        </p:txBody>
      </p:sp>
      <p:graphicFrame>
        <p:nvGraphicFramePr>
          <p:cNvPr id="3" name="">
            <a:extLst xmlns:a="http://schemas.openxmlformats.org/drawingml/2006/main">
              <a:ext uri="{FF2B5EF4-FFF2-40B4-BE49-F238E27FC236}">
                <a16:creationId xmlns:a16="http://schemas.microsoft.com/office/drawing/2014/main" id="{796785C0-8189-4199-9FE9-9F85CCDC83F4}"/>
              </a:ext>
            </a:extLst>
          </p:cNvPr>
          <p:cNvGraphicFramePr/>
          <p:nvPr/>
        </p:nvGraphicFramePr>
        <p:xfrm>
          <a:off xmlns:a="http://schemas.openxmlformats.org/drawingml/2006/main" x="609600" y="1657350"/>
          <a:ext xmlns:a="http://schemas.openxmlformats.org/drawingml/2006/main" cx="10972800" cy="3257550"/>
        </p:xfrm>
        <a:graphic xmlns:a="http://schemas.openxmlformats.org/drawingml/2006/main">
          <a:graphicData uri="http://schemas.openxmlformats.org/drawingml/2006/table">
            <a:tbl>
              <a:tblPr/>
              <a:tblGrid>
                <a:gridCol w="7239000"/>
                <a:gridCol w="3733800"/>
              </a:tblGrid>
              <a:tr h="651510">
                <a:tc>
                  <a:txBody>
                    <a:bodyPr/>
                    <a:lstStyle/>
                    <a:p>
                      <a:r>
                        <a:rPr sz="1800" b="1">
                          <a:solidFill>
                            <a:srgbClr val="55D6BA"/>
                          </a:solidFill>
                          <a:latin typeface="DejaVu Sans"/>
                          <a:ea typeface="DejaVu Sans"/>
                          <a:cs typeface="DejaVu Sans"/>
                        </a:rPr>
                        <a:t>Original holdout policy proxy</a:t>
                      </a:r>
                    </a:p>
                  </a:txBody>
                  <a:tcPr marL="91440" marR="91440" marT="45720" marB="45720">
                    <a:solidFill>
                      <a:srgbClr val="15384B"/>
                    </a:solidFill>
                  </a:tcPr>
                </a:tc>
                <a:tc>
                  <a:txBody>
                    <a:bodyPr/>
                    <a:lstStyle/>
                    <a:p>
                      <a:r>
                        <a:rPr sz="1800" b="1">
                          <a:solidFill>
                            <a:srgbClr val="55D6BA"/>
                          </a:solidFill>
                          <a:latin typeface="DejaVu Sans"/>
                          <a:ea typeface="DejaVu Sans"/>
                          <a:cs typeface="DejaVu Sans"/>
                        </a:rPr>
                        <a:t>Unsafe cases accepted / 48</a:t>
                      </a:r>
                    </a:p>
                  </a:txBody>
                  <a:tcPr marL="91440" marR="91440" marT="45720" marB="45720">
                    <a:solidFill>
                      <a:srgbClr val="15384B"/>
                    </a:solidFill>
                  </a:tcPr>
                </a:tc>
              </a:tr>
              <a:tr h="651510">
                <a:tc>
                  <a:txBody>
                    <a:bodyPr/>
                    <a:lstStyle/>
                    <a:p>
                      <a:r>
                        <a:rPr sz="1725" b="0">
                          <a:solidFill>
                            <a:srgbClr val="ECF6FB"/>
                          </a:solidFill>
                          <a:latin typeface="DejaVu Sans"/>
                          <a:ea typeface="DejaVu Sans"/>
                          <a:cs typeface="DejaVu Sans"/>
                        </a:rPr>
                        <a:t>Heuristic assistant proxy</a:t>
                      </a:r>
                    </a:p>
                  </a:txBody>
                  <a:tcPr marL="91440" marR="91440" marT="45720" marB="45720">
                    <a:solidFill>
                      <a:srgbClr val="0D2435"/>
                    </a:solidFill>
                  </a:tcPr>
                </a:tc>
                <a:tc>
                  <a:txBody>
                    <a:bodyPr/>
                    <a:lstStyle/>
                    <a:p>
                      <a:r>
                        <a:rPr sz="1725" b="0">
                          <a:solidFill>
                            <a:srgbClr val="ECF6FB"/>
                          </a:solidFill>
                          <a:latin typeface="DejaVu Sans"/>
                          <a:ea typeface="DejaVu Sans"/>
                          <a:cs typeface="DejaVu Sans"/>
                        </a:rPr>
                        <a:t>38</a:t>
                      </a:r>
                    </a:p>
                  </a:txBody>
                  <a:tcPr marL="91440" marR="91440" marT="45720" marB="45720">
                    <a:solidFill>
                      <a:srgbClr val="0D2435"/>
                    </a:solidFill>
                  </a:tcPr>
                </a:tc>
              </a:tr>
              <a:tr h="651510">
                <a:tc>
                  <a:txBody>
                    <a:bodyPr/>
                    <a:lstStyle/>
                    <a:p>
                      <a:r>
                        <a:rPr sz="1725" b="0">
                          <a:solidFill>
                            <a:srgbClr val="ECF6FB"/>
                          </a:solidFill>
                          <a:latin typeface="DejaVu Sans"/>
                          <a:ea typeface="DejaVu Sans"/>
                          <a:cs typeface="DejaVu Sans"/>
                        </a:rPr>
                        <a:t>Static approval proxy</a:t>
                      </a:r>
                    </a:p>
                  </a:txBody>
                  <a:tcPr marL="91440" marR="91440" marT="45720" marB="45720">
                    <a:solidFill>
                      <a:srgbClr val="0D2435"/>
                    </a:solidFill>
                  </a:tcPr>
                </a:tc>
                <a:tc>
                  <a:txBody>
                    <a:bodyPr/>
                    <a:lstStyle/>
                    <a:p>
                      <a:r>
                        <a:rPr sz="1725" b="0">
                          <a:solidFill>
                            <a:srgbClr val="ECF6FB"/>
                          </a:solidFill>
                          <a:latin typeface="DejaVu Sans"/>
                          <a:ea typeface="DejaVu Sans"/>
                          <a:cs typeface="DejaVu Sans"/>
                        </a:rPr>
                        <a:t>28</a:t>
                      </a:r>
                    </a:p>
                  </a:txBody>
                  <a:tcPr marL="91440" marR="91440" marT="45720" marB="45720">
                    <a:solidFill>
                      <a:srgbClr val="0D2435"/>
                    </a:solidFill>
                  </a:tcPr>
                </a:tc>
              </a:tr>
              <a:tr h="651510">
                <a:tc>
                  <a:txBody>
                    <a:bodyPr/>
                    <a:lstStyle/>
                    <a:p>
                      <a:r>
                        <a:rPr sz="1725" b="0">
                          <a:solidFill>
                            <a:srgbClr val="ECF6FB"/>
                          </a:solidFill>
                          <a:latin typeface="DejaVu Sans"/>
                          <a:ea typeface="DejaVu Sans"/>
                          <a:cs typeface="DejaVu Sans"/>
                        </a:rPr>
                        <a:t>AP2-inspired proxy (not AP2)</a:t>
                      </a:r>
                    </a:p>
                  </a:txBody>
                  <a:tcPr marL="91440" marR="91440" marT="45720" marB="45720">
                    <a:solidFill>
                      <a:srgbClr val="0D2435"/>
                    </a:solidFill>
                  </a:tcPr>
                </a:tc>
                <a:tc>
                  <a:txBody>
                    <a:bodyPr/>
                    <a:lstStyle/>
                    <a:p>
                      <a:r>
                        <a:rPr sz="1725" b="0">
                          <a:solidFill>
                            <a:srgbClr val="ECF6FB"/>
                          </a:solidFill>
                          <a:latin typeface="DejaVu Sans"/>
                          <a:ea typeface="DejaVu Sans"/>
                          <a:cs typeface="DejaVu Sans"/>
                        </a:rPr>
                        <a:t>20</a:t>
                      </a:r>
                    </a:p>
                  </a:txBody>
                  <a:tcPr marL="91440" marR="91440" marT="45720" marB="45720">
                    <a:solidFill>
                      <a:srgbClr val="0D2435"/>
                    </a:solidFill>
                  </a:tcPr>
                </a:tc>
              </a:tr>
              <a:tr h="651510">
                <a:tc>
                  <a:txBody>
                    <a:bodyPr/>
                    <a:lstStyle/>
                    <a:p>
                      <a:r>
                        <a:rPr sz="1725" b="0">
                          <a:solidFill>
                            <a:srgbClr val="ECF6FB"/>
                          </a:solidFill>
                          <a:latin typeface="DejaVu Sans"/>
                          <a:ea typeface="DejaVu Sans"/>
                          <a:cs typeface="DejaVu Sans"/>
                        </a:rPr>
                        <a:t>BPCE core proxy</a:t>
                      </a:r>
                    </a:p>
                  </a:txBody>
                  <a:tcPr marL="91440" marR="91440" marT="45720" marB="45720">
                    <a:solidFill>
                      <a:srgbClr val="0D2435"/>
                    </a:solidFill>
                  </a:tcPr>
                </a:tc>
                <a:tc>
                  <a:txBody>
                    <a:bodyPr/>
                    <a:lstStyle/>
                    <a:p>
                      <a:r>
                        <a:rPr sz="1725" b="0">
                          <a:solidFill>
                            <a:srgbClr val="ECF6FB"/>
                          </a:solidFill>
                          <a:latin typeface="DejaVu Sans"/>
                          <a:ea typeface="DejaVu Sans"/>
                          <a:cs typeface="DejaVu Sans"/>
                        </a:rPr>
                        <a:t>5</a:t>
                      </a:r>
                    </a:p>
                  </a:txBody>
                  <a:tcPr marL="91440" marR="91440" marT="45720" marB="45720">
                    <a:solidFill>
                      <a:srgbClr val="0D2435"/>
                    </a:solidFill>
                  </a:tcPr>
                </a:tc>
              </a:tr>
            </a:tbl>
          </a:graphicData>
        </a:graphic>
      </p:graphicFrame>
      <p:sp>
        <p:nvSpPr>
          <p:cNvPr id="4" name="text-2">
            <a:extLst xmlns:a="http://schemas.openxmlformats.org/drawingml/2006/main">
              <a:ext uri="{FF2B5EF4-FFF2-40B4-BE49-F238E27FC236}">
                <a16:creationId xmlns:a16="http://schemas.microsoft.com/office/drawing/2014/main" id="{A621D94A-8E72-454E-9870-138122C00155}"/>
              </a:ext>
            </a:extLst>
          </p:cNvPr>
          <p:cNvSpPr>
            <a:spLocks xmlns:a="http://schemas.openxmlformats.org/drawingml/2006/main" noGrp="1"/>
          </p:cNvSpPr>
          <p:nvPr/>
        </p:nvSpPr>
        <p:spPr>
          <a:xfrm xmlns:a="http://schemas.openxmlformats.org/drawingml/2006/main">
            <a:off x="609600" y="5238750"/>
            <a:ext cx="107632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025" b="0">
                <a:solidFill>
                  <a:srgbClr val="F4C585"/>
                </a:solidFill>
                <a:latin typeface="DejaVu Sans"/>
                <a:ea typeface="DejaVu Sans"/>
                <a:cs typeface="DejaVu Sans"/>
              </a:defRPr>
            </a:defPPr>
            <a:lvl1pPr>
              <a:defRPr sz="2025" b="0">
                <a:solidFill>
                  <a:srgbClr val="F4C585"/>
                </a:solidFill>
                <a:latin typeface="DejaVu Sans"/>
                <a:ea typeface="DejaVu Sans"/>
                <a:cs typeface="DejaVu Sans"/>
              </a:defRPr>
            </a:lvl1pPr>
            <a:lvl2pPr>
              <a:defRPr sz="2025" b="0">
                <a:solidFill>
                  <a:srgbClr val="F4C585"/>
                </a:solidFill>
                <a:latin typeface="DejaVu Sans"/>
                <a:ea typeface="DejaVu Sans"/>
                <a:cs typeface="DejaVu Sans"/>
              </a:defRPr>
            </a:lvl2pPr>
            <a:lvl3pPr>
              <a:defRPr sz="2025" b="0">
                <a:solidFill>
                  <a:srgbClr val="F4C585"/>
                </a:solidFill>
                <a:latin typeface="DejaVu Sans"/>
                <a:ea typeface="DejaVu Sans"/>
                <a:cs typeface="DejaVu Sans"/>
              </a:defRPr>
            </a:lvl3pPr>
            <a:lvl4pPr>
              <a:defRPr sz="2025" b="0">
                <a:solidFill>
                  <a:srgbClr val="F4C585"/>
                </a:solidFill>
                <a:latin typeface="DejaVu Sans"/>
                <a:ea typeface="DejaVu Sans"/>
                <a:cs typeface="DejaVu Sans"/>
              </a:defRPr>
            </a:lvl4pPr>
            <a:lvl5pPr>
              <a:defRPr sz="2025" b="0">
                <a:solidFill>
                  <a:srgbClr val="F4C585"/>
                </a:solidFill>
                <a:latin typeface="DejaVu Sans"/>
                <a:ea typeface="DejaVu Sans"/>
                <a:cs typeface="DejaVu Sans"/>
              </a:defRPr>
            </a:lvl5pPr>
            <a:lvl6pPr>
              <a:defRPr sz="2025" b="0">
                <a:solidFill>
                  <a:srgbClr val="F4C585"/>
                </a:solidFill>
                <a:latin typeface="DejaVu Sans"/>
                <a:ea typeface="DejaVu Sans"/>
                <a:cs typeface="DejaVu Sans"/>
              </a:defRPr>
            </a:lvl6pPr>
            <a:lvl7pPr>
              <a:defRPr sz="2025" b="0">
                <a:solidFill>
                  <a:srgbClr val="F4C585"/>
                </a:solidFill>
                <a:latin typeface="DejaVu Sans"/>
                <a:ea typeface="DejaVu Sans"/>
                <a:cs typeface="DejaVu Sans"/>
              </a:defRPr>
            </a:lvl7pPr>
            <a:lvl8pPr>
              <a:defRPr sz="2025" b="0">
                <a:solidFill>
                  <a:srgbClr val="F4C585"/>
                </a:solidFill>
                <a:latin typeface="DejaVu Sans"/>
                <a:ea typeface="DejaVu Sans"/>
                <a:cs typeface="DejaVu Sans"/>
              </a:defRPr>
            </a:lvl8pPr>
            <a:lvl9pPr>
              <a:defRPr sz="2025" b="0">
                <a:solidFill>
                  <a:srgbClr val="F4C585"/>
                </a:solidFill>
                <a:latin typeface="DejaVu Sans"/>
                <a:ea typeface="DejaVu Sans"/>
                <a:cs typeface="DejaVu Sans"/>
              </a:defRPr>
            </a:lvl9pPr>
          </a:lstStyle>
          <a:p xmlns:a="http://schemas.openxmlformats.org/drawingml/2006/main">
            <a:pPr>
              <a:defRPr sz="2025" b="0">
                <a:solidFill>
                  <a:srgbClr val="F4C585"/>
                </a:solidFill>
                <a:latin typeface="DejaVu Sans"/>
                <a:ea typeface="DejaVu Sans"/>
                <a:cs typeface="DejaVu Sans"/>
              </a:defRPr>
            </a:pPr>
            <a:r>
              <a:rPr sz="2025" b="0">
                <a:solidFill>
                  <a:srgbClr val="F4C585"/>
                </a:solidFill>
                <a:latin typeface="DejaVu Sans"/>
                <a:ea typeface="DejaVu Sans"/>
                <a:cs typeface="DejaVu Sans"/>
              </a:rPr>
              <a:t>BPCE also rejects 3 of 12 safe cases. True LLM baselines remain unmeasured.</a:t>
            </a:r>
          </a:p>
        </p:txBody>
      </p:sp>
    </p:spTree>
    <p:extLst>
      <p:ext uri="{BB962C8B-B14F-4D97-AF65-F5344CB8AC3E}">
        <p14:creationId xmlns:p14="http://schemas.microsoft.com/office/powerpoint/2010/main" val="392020491"/>
      </p:ext>
    </p:extLst>
  </p:cSld>
</p:sld>
</file>

<file path=ppt/slides/slide8.xml><?xml version="1.0" encoding="utf-8"?>
<p:sld xmlns:p="http://schemas.openxmlformats.org/presentationml/2006/main">
  <p:cSld>
    <p:bg>
      <p:bgPr>
        <a:solidFill xmlns:a="http://schemas.openxmlformats.org/drawingml/2006/main">
          <a:srgbClr val="071522"/>
        </a:solidFill>
      </p:bgPr>
    </p:bg>
    <p:spTree>
      <p:nvGrpSpPr>
        <p:cNvPr id="1" name=""/>
        <p:cNvGrpSpPr/>
        <p:nvPr/>
      </p:nvGrpSpPr>
      <p:grpSpPr>
        <a:xfrm xmlns:a="http://schemas.openxmlformats.org/drawingml/2006/main"/>
      </p:grpSpPr>
      <p:sp>
        <p:nvSpPr>
          <p:cNvPr id="5" name="text-0">
            <a:extLst xmlns:a="http://schemas.openxmlformats.org/drawingml/2006/main">
              <a:ext uri="{FF2B5EF4-FFF2-40B4-BE49-F238E27FC236}">
                <a16:creationId xmlns:a16="http://schemas.microsoft.com/office/drawing/2014/main" id="{2D2E103C-943C-4636-9809-E3CE3A6BA65A}"/>
              </a:ext>
            </a:extLst>
          </p:cNvPr>
          <p:cNvSpPr>
            <a:spLocks xmlns:a="http://schemas.openxmlformats.org/drawingml/2006/main" noGrp="1"/>
          </p:cNvSpPr>
          <p:nvPr/>
        </p:nvSpPr>
        <p:spPr>
          <a:xfrm xmlns:a="http://schemas.openxmlformats.org/drawingml/2006/main">
            <a:off x="609600" y="457200"/>
            <a:ext cx="108585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300" b="1">
                <a:solidFill>
                  <a:srgbClr val="ECF6FB"/>
                </a:solidFill>
                <a:latin typeface="DejaVu Sans"/>
                <a:ea typeface="DejaVu Sans"/>
                <a:cs typeface="DejaVu Sans"/>
              </a:defRPr>
            </a:defPPr>
            <a:lvl1pPr>
              <a:defRPr sz="3300" b="1">
                <a:solidFill>
                  <a:srgbClr val="ECF6FB"/>
                </a:solidFill>
                <a:latin typeface="DejaVu Sans"/>
                <a:ea typeface="DejaVu Sans"/>
                <a:cs typeface="DejaVu Sans"/>
              </a:defRPr>
            </a:lvl1pPr>
            <a:lvl2pPr>
              <a:defRPr sz="3300" b="1">
                <a:solidFill>
                  <a:srgbClr val="ECF6FB"/>
                </a:solidFill>
                <a:latin typeface="DejaVu Sans"/>
                <a:ea typeface="DejaVu Sans"/>
                <a:cs typeface="DejaVu Sans"/>
              </a:defRPr>
            </a:lvl2pPr>
            <a:lvl3pPr>
              <a:defRPr sz="3300" b="1">
                <a:solidFill>
                  <a:srgbClr val="ECF6FB"/>
                </a:solidFill>
                <a:latin typeface="DejaVu Sans"/>
                <a:ea typeface="DejaVu Sans"/>
                <a:cs typeface="DejaVu Sans"/>
              </a:defRPr>
            </a:lvl3pPr>
            <a:lvl4pPr>
              <a:defRPr sz="3300" b="1">
                <a:solidFill>
                  <a:srgbClr val="ECF6FB"/>
                </a:solidFill>
                <a:latin typeface="DejaVu Sans"/>
                <a:ea typeface="DejaVu Sans"/>
                <a:cs typeface="DejaVu Sans"/>
              </a:defRPr>
            </a:lvl4pPr>
            <a:lvl5pPr>
              <a:defRPr sz="3300" b="1">
                <a:solidFill>
                  <a:srgbClr val="ECF6FB"/>
                </a:solidFill>
                <a:latin typeface="DejaVu Sans"/>
                <a:ea typeface="DejaVu Sans"/>
                <a:cs typeface="DejaVu Sans"/>
              </a:defRPr>
            </a:lvl5pPr>
            <a:lvl6pPr>
              <a:defRPr sz="3300" b="1">
                <a:solidFill>
                  <a:srgbClr val="ECF6FB"/>
                </a:solidFill>
                <a:latin typeface="DejaVu Sans"/>
                <a:ea typeface="DejaVu Sans"/>
                <a:cs typeface="DejaVu Sans"/>
              </a:defRPr>
            </a:lvl6pPr>
            <a:lvl7pPr>
              <a:defRPr sz="3300" b="1">
                <a:solidFill>
                  <a:srgbClr val="ECF6FB"/>
                </a:solidFill>
                <a:latin typeface="DejaVu Sans"/>
                <a:ea typeface="DejaVu Sans"/>
                <a:cs typeface="DejaVu Sans"/>
              </a:defRPr>
            </a:lvl7pPr>
            <a:lvl8pPr>
              <a:defRPr sz="3300" b="1">
                <a:solidFill>
                  <a:srgbClr val="ECF6FB"/>
                </a:solidFill>
                <a:latin typeface="DejaVu Sans"/>
                <a:ea typeface="DejaVu Sans"/>
                <a:cs typeface="DejaVu Sans"/>
              </a:defRPr>
            </a:lvl8pPr>
            <a:lvl9pPr>
              <a:defRPr sz="3300" b="1">
                <a:solidFill>
                  <a:srgbClr val="ECF6FB"/>
                </a:solidFill>
                <a:latin typeface="DejaVu Sans"/>
                <a:ea typeface="DejaVu Sans"/>
                <a:cs typeface="DejaVu Sans"/>
              </a:defRPr>
            </a:lvl9pPr>
          </a:lstStyle>
          <a:p xmlns:a="http://schemas.openxmlformats.org/drawingml/2006/main">
            <a:pPr>
              <a:defRPr sz="3300" b="1">
                <a:solidFill>
                  <a:srgbClr val="ECF6FB"/>
                </a:solidFill>
                <a:latin typeface="DejaVu Sans"/>
                <a:ea typeface="DejaVu Sans"/>
                <a:cs typeface="DejaVu Sans"/>
              </a:defRPr>
            </a:pPr>
            <a:r>
              <a:rPr sz="3300" b="1">
                <a:solidFill>
                  <a:srgbClr val="ECF6FB"/>
                </a:solidFill>
                <a:latin typeface="DejaVu Sans"/>
                <a:ea typeface="DejaVu Sans"/>
                <a:cs typeface="DejaVu Sans"/>
              </a:rPr>
              <a:t>Local Qwen validation is still pending</a:t>
            </a:r>
          </a:p>
        </p:txBody>
      </p:sp>
      <p:sp>
        <p:nvSpPr>
          <p:cNvPr id="2" name="text-1">
            <a:extLst xmlns:a="http://schemas.openxmlformats.org/drawingml/2006/main">
              <a:ext uri="{FF2B5EF4-FFF2-40B4-BE49-F238E27FC236}">
                <a16:creationId xmlns:a16="http://schemas.microsoft.com/office/drawing/2014/main" id="{3F68B808-2775-4839-B47C-E36B8FABFE5C}"/>
              </a:ext>
            </a:extLst>
          </p:cNvPr>
          <p:cNvSpPr>
            <a:spLocks xmlns:a="http://schemas.openxmlformats.org/drawingml/2006/main" noGrp="1"/>
          </p:cNvSpPr>
          <p:nvPr/>
        </p:nvSpPr>
        <p:spPr>
          <a:xfrm xmlns:a="http://schemas.openxmlformats.org/drawingml/2006/main">
            <a:off x="11144250" y="6305550"/>
            <a:ext cx="476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350" b="0">
                <a:solidFill>
                  <a:srgbClr val="A3B8C6"/>
                </a:solidFill>
                <a:latin typeface="DejaVu Sans"/>
                <a:ea typeface="DejaVu Sans"/>
                <a:cs typeface="DejaVu Sans"/>
              </a:defRPr>
            </a:defPPr>
            <a:lvl1pPr>
              <a:defRPr sz="1350" b="0">
                <a:solidFill>
                  <a:srgbClr val="A3B8C6"/>
                </a:solidFill>
                <a:latin typeface="DejaVu Sans"/>
                <a:ea typeface="DejaVu Sans"/>
                <a:cs typeface="DejaVu Sans"/>
              </a:defRPr>
            </a:lvl1pPr>
            <a:lvl2pPr>
              <a:defRPr sz="1350" b="0">
                <a:solidFill>
                  <a:srgbClr val="A3B8C6"/>
                </a:solidFill>
                <a:latin typeface="DejaVu Sans"/>
                <a:ea typeface="DejaVu Sans"/>
                <a:cs typeface="DejaVu Sans"/>
              </a:defRPr>
            </a:lvl2pPr>
            <a:lvl3pPr>
              <a:defRPr sz="1350" b="0">
                <a:solidFill>
                  <a:srgbClr val="A3B8C6"/>
                </a:solidFill>
                <a:latin typeface="DejaVu Sans"/>
                <a:ea typeface="DejaVu Sans"/>
                <a:cs typeface="DejaVu Sans"/>
              </a:defRPr>
            </a:lvl3pPr>
            <a:lvl4pPr>
              <a:defRPr sz="1350" b="0">
                <a:solidFill>
                  <a:srgbClr val="A3B8C6"/>
                </a:solidFill>
                <a:latin typeface="DejaVu Sans"/>
                <a:ea typeface="DejaVu Sans"/>
                <a:cs typeface="DejaVu Sans"/>
              </a:defRPr>
            </a:lvl4pPr>
            <a:lvl5pPr>
              <a:defRPr sz="1350" b="0">
                <a:solidFill>
                  <a:srgbClr val="A3B8C6"/>
                </a:solidFill>
                <a:latin typeface="DejaVu Sans"/>
                <a:ea typeface="DejaVu Sans"/>
                <a:cs typeface="DejaVu Sans"/>
              </a:defRPr>
            </a:lvl5pPr>
            <a:lvl6pPr>
              <a:defRPr sz="1350" b="0">
                <a:solidFill>
                  <a:srgbClr val="A3B8C6"/>
                </a:solidFill>
                <a:latin typeface="DejaVu Sans"/>
                <a:ea typeface="DejaVu Sans"/>
                <a:cs typeface="DejaVu Sans"/>
              </a:defRPr>
            </a:lvl6pPr>
            <a:lvl7pPr>
              <a:defRPr sz="1350" b="0">
                <a:solidFill>
                  <a:srgbClr val="A3B8C6"/>
                </a:solidFill>
                <a:latin typeface="DejaVu Sans"/>
                <a:ea typeface="DejaVu Sans"/>
                <a:cs typeface="DejaVu Sans"/>
              </a:defRPr>
            </a:lvl7pPr>
            <a:lvl8pPr>
              <a:defRPr sz="1350" b="0">
                <a:solidFill>
                  <a:srgbClr val="A3B8C6"/>
                </a:solidFill>
                <a:latin typeface="DejaVu Sans"/>
                <a:ea typeface="DejaVu Sans"/>
                <a:cs typeface="DejaVu Sans"/>
              </a:defRPr>
            </a:lvl8pPr>
            <a:lvl9pPr>
              <a:defRPr sz="1350" b="0">
                <a:solidFill>
                  <a:srgbClr val="A3B8C6"/>
                </a:solidFill>
                <a:latin typeface="DejaVu Sans"/>
                <a:ea typeface="DejaVu Sans"/>
                <a:cs typeface="DejaVu Sans"/>
              </a:defRPr>
            </a:lvl9pPr>
          </a:lstStyle>
          <a:p xmlns:a="http://schemas.openxmlformats.org/drawingml/2006/main">
            <a:pPr>
              <a:defRPr sz="1350" b="0">
                <a:solidFill>
                  <a:srgbClr val="A3B8C6"/>
                </a:solidFill>
                <a:latin typeface="DejaVu Sans"/>
                <a:ea typeface="DejaVu Sans"/>
                <a:cs typeface="DejaVu Sans"/>
              </a:defRPr>
            </a:pPr>
            <a:r>
              <a:rPr sz="1350" b="0">
                <a:solidFill>
                  <a:srgbClr val="A3B8C6"/>
                </a:solidFill>
                <a:latin typeface="DejaVu Sans"/>
                <a:ea typeface="DejaVu Sans"/>
                <a:cs typeface="DejaVu Sans"/>
              </a:rPr>
              <a:t>08</a:t>
            </a:r>
          </a:p>
        </p:txBody>
      </p:sp>
      <p:pic>
        <p:nvPicPr>
          <p:cNvPr id="3" name="">
            <a:extLst xmlns:a="http://schemas.openxmlformats.org/drawingml/2006/main">
              <a:ext uri="{FF2B5EF4-FFF2-40B4-BE49-F238E27FC236}">
                <a16:creationId xmlns:a16="http://schemas.microsoft.com/office/drawing/2014/main" id="{7A0C50BE-3FD9-46CE-A9E6-F62B6E448F2F}"/>
              </a:ext>
            </a:extLst>
          </p:cNvPr>
          <p:cNvPicPr>
            <a:picLocks xmlns:a="http://schemas.openxmlformats.org/drawingml/2006/main" noChangeAspect="1"/>
          </p:cNvPicPr>
          <p:nvPr/>
        </p:nvPicPr>
        <p:blipFill>
          <a:blip xmlns:r="http://schemas.openxmlformats.org/officeDocument/2006/relationships" xmlns:a="http://schemas.openxmlformats.org/drawingml/2006/main" r:embed="R9618c9bb59ac48a2"/>
          <a:stretch xmlns:a="http://schemas.openxmlformats.org/drawingml/2006/main"/>
        </p:blipFill>
        <p:spPr>
          <a:xfrm xmlns:a="http://schemas.openxmlformats.org/drawingml/2006/main">
            <a:off x="1396288" y="1571625"/>
            <a:ext cx="5284623" cy="4191000"/>
          </a:xfrm>
          <a:prstGeom xmlns:a="http://schemas.openxmlformats.org/drawingml/2006/main" prst="rect">
            <a:avLst/>
          </a:prstGeom>
        </p:spPr>
      </p:pic>
      <p:sp>
        <p:nvSpPr>
          <p:cNvPr id="4" name="text-2">
            <a:extLst xmlns:a="http://schemas.openxmlformats.org/drawingml/2006/main">
              <a:ext uri="{FF2B5EF4-FFF2-40B4-BE49-F238E27FC236}">
                <a16:creationId xmlns:a16="http://schemas.microsoft.com/office/drawing/2014/main" id="{2F243509-EBFC-4441-8CE4-5E0A8F25C55B}"/>
              </a:ext>
            </a:extLst>
          </p:cNvPr>
          <p:cNvSpPr>
            <a:spLocks xmlns:a="http://schemas.openxmlformats.org/drawingml/2006/main" noGrp="1"/>
          </p:cNvSpPr>
          <p:nvPr/>
        </p:nvSpPr>
        <p:spPr>
          <a:xfrm xmlns:a="http://schemas.openxmlformats.org/drawingml/2006/main">
            <a:off x="8001000" y="1847850"/>
            <a:ext cx="3476625" cy="3667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025" b="0">
                <a:solidFill>
                  <a:srgbClr val="A3B8C6"/>
                </a:solidFill>
                <a:latin typeface="DejaVu Sans"/>
                <a:ea typeface="DejaVu Sans"/>
                <a:cs typeface="DejaVu Sans"/>
              </a:defRPr>
            </a:defPPr>
            <a:lvl1pPr>
              <a:defRPr sz="2025" b="0">
                <a:solidFill>
                  <a:srgbClr val="A3B8C6"/>
                </a:solidFill>
                <a:latin typeface="DejaVu Sans"/>
                <a:ea typeface="DejaVu Sans"/>
                <a:cs typeface="DejaVu Sans"/>
              </a:defRPr>
            </a:lvl1pPr>
            <a:lvl2pPr>
              <a:defRPr sz="2025" b="0">
                <a:solidFill>
                  <a:srgbClr val="A3B8C6"/>
                </a:solidFill>
                <a:latin typeface="DejaVu Sans"/>
                <a:ea typeface="DejaVu Sans"/>
                <a:cs typeface="DejaVu Sans"/>
              </a:defRPr>
            </a:lvl2pPr>
            <a:lvl3pPr>
              <a:defRPr sz="2025" b="0">
                <a:solidFill>
                  <a:srgbClr val="A3B8C6"/>
                </a:solidFill>
                <a:latin typeface="DejaVu Sans"/>
                <a:ea typeface="DejaVu Sans"/>
                <a:cs typeface="DejaVu Sans"/>
              </a:defRPr>
            </a:lvl3pPr>
            <a:lvl4pPr>
              <a:defRPr sz="2025" b="0">
                <a:solidFill>
                  <a:srgbClr val="A3B8C6"/>
                </a:solidFill>
                <a:latin typeface="DejaVu Sans"/>
                <a:ea typeface="DejaVu Sans"/>
                <a:cs typeface="DejaVu Sans"/>
              </a:defRPr>
            </a:lvl4pPr>
            <a:lvl5pPr>
              <a:defRPr sz="2025" b="0">
                <a:solidFill>
                  <a:srgbClr val="A3B8C6"/>
                </a:solidFill>
                <a:latin typeface="DejaVu Sans"/>
                <a:ea typeface="DejaVu Sans"/>
                <a:cs typeface="DejaVu Sans"/>
              </a:defRPr>
            </a:lvl5pPr>
            <a:lvl6pPr>
              <a:defRPr sz="2025" b="0">
                <a:solidFill>
                  <a:srgbClr val="A3B8C6"/>
                </a:solidFill>
                <a:latin typeface="DejaVu Sans"/>
                <a:ea typeface="DejaVu Sans"/>
                <a:cs typeface="DejaVu Sans"/>
              </a:defRPr>
            </a:lvl6pPr>
            <a:lvl7pPr>
              <a:defRPr sz="2025" b="0">
                <a:solidFill>
                  <a:srgbClr val="A3B8C6"/>
                </a:solidFill>
                <a:latin typeface="DejaVu Sans"/>
                <a:ea typeface="DejaVu Sans"/>
                <a:cs typeface="DejaVu Sans"/>
              </a:defRPr>
            </a:lvl7pPr>
            <a:lvl8pPr>
              <a:defRPr sz="2025" b="0">
                <a:solidFill>
                  <a:srgbClr val="A3B8C6"/>
                </a:solidFill>
                <a:latin typeface="DejaVu Sans"/>
                <a:ea typeface="DejaVu Sans"/>
                <a:cs typeface="DejaVu Sans"/>
              </a:defRPr>
            </a:lvl8pPr>
            <a:lvl9pPr>
              <a:defRPr sz="2025" b="0">
                <a:solidFill>
                  <a:srgbClr val="A3B8C6"/>
                </a:solidFill>
                <a:latin typeface="DejaVu Sans"/>
                <a:ea typeface="DejaVu Sans"/>
                <a:cs typeface="DejaVu Sans"/>
              </a:defRPr>
            </a:lvl9pPr>
          </a:lstStyle>
          <a:p xmlns:a="http://schemas.openxmlformats.org/drawingml/2006/main">
            <a:pPr>
              <a:defRPr sz="2025" b="0">
                <a:solidFill>
                  <a:srgbClr val="A3B8C6"/>
                </a:solidFill>
                <a:latin typeface="DejaVu Sans"/>
                <a:ea typeface="DejaVu Sans"/>
                <a:cs typeface="DejaVu Sans"/>
              </a:defRPr>
            </a:pPr>
            <a:r>
              <a:rPr sz="2025" b="0">
                <a:solidFill>
                  <a:srgbClr val="A3B8C6"/>
                </a:solidFill>
                <a:latin typeface="DejaVu Sans"/>
                <a:ea typeface="DejaVu Sans"/>
                <a:cs typeface="DejaVu Sans"/>
              </a:rPr>
              <a:t>Mock contracts verify tool boundaries.</a:t>
            </a:r>
          </a:p>
          <a:p xmlns:a="http://schemas.openxmlformats.org/drawingml/2006/main">
            <a:r>
              <a:t/>
            </a:r>
          </a:p>
          <a:p xmlns:a="http://schemas.openxmlformats.org/drawingml/2006/main">
            <a:pPr>
              <a:defRPr sz="2025" b="0">
                <a:solidFill>
                  <a:srgbClr val="A3B8C6"/>
                </a:solidFill>
                <a:latin typeface="DejaVu Sans"/>
                <a:ea typeface="DejaVu Sans"/>
                <a:cs typeface="DejaVu Sans"/>
              </a:defRPr>
            </a:pPr>
            <a:r>
              <a:rPr sz="2025" b="0">
                <a:solidFill>
                  <a:srgbClr val="A3B8C6"/>
                </a:solidFill>
                <a:latin typeface="DejaVu Sans"/>
                <a:ea typeface="DejaVu Sans"/>
                <a:cs typeface="DejaVu Sans"/>
              </a:rPr>
              <a:t>Real inference requires the local laptop.</a:t>
            </a:r>
          </a:p>
          <a:p xmlns:a="http://schemas.openxmlformats.org/drawingml/2006/main">
            <a:r>
              <a:t/>
            </a:r>
          </a:p>
          <a:p xmlns:a="http://schemas.openxmlformats.org/drawingml/2006/main">
            <a:pPr>
              <a:defRPr sz="2025" b="0">
                <a:solidFill>
                  <a:srgbClr val="A3B8C6"/>
                </a:solidFill>
                <a:latin typeface="DejaVu Sans"/>
                <a:ea typeface="DejaVu Sans"/>
                <a:cs typeface="DejaVu Sans"/>
              </a:defRPr>
            </a:pPr>
            <a:r>
              <a:rPr sz="2025" b="0">
                <a:solidFill>
                  <a:srgbClr val="A3B8C6"/>
                </a:solidFill>
                <a:latin typeface="DejaVu Sans"/>
                <a:ea typeface="DejaVu Sans"/>
                <a:cs typeface="DejaVu Sans"/>
              </a:rPr>
              <a:t>The model cannot approve or execute.</a:t>
            </a:r>
          </a:p>
        </p:txBody>
      </p:sp>
    </p:spTree>
    <p:extLst>
      <p:ext uri="{BB962C8B-B14F-4D97-AF65-F5344CB8AC3E}">
        <p14:creationId xmlns:p14="http://schemas.microsoft.com/office/powerpoint/2010/main" val="130035586"/>
      </p:ext>
    </p:extLst>
  </p:cSld>
</p:sld>
</file>

<file path=ppt/slides/slide9.xml><?xml version="1.0" encoding="utf-8"?>
<p:sld xmlns:p="http://schemas.openxmlformats.org/presentationml/2006/main">
  <p:cSld>
    <p:bg>
      <p:bgPr>
        <a:solidFill xmlns:a="http://schemas.openxmlformats.org/drawingml/2006/main">
          <a:srgbClr val="071522"/>
        </a:solidFill>
      </p:bgPr>
    </p:bg>
    <p:spTree>
      <p:nvGrpSpPr>
        <p:cNvPr id="1" name=""/>
        <p:cNvGrpSpPr/>
        <p:nvPr/>
      </p:nvGrpSpPr>
      <p:grpSpPr>
        <a:xfrm xmlns:a="http://schemas.openxmlformats.org/drawingml/2006/main"/>
      </p:grpSpPr>
      <p:sp>
        <p:nvSpPr>
          <p:cNvPr id="7" name="text-0">
            <a:extLst xmlns:a="http://schemas.openxmlformats.org/drawingml/2006/main">
              <a:ext uri="{FF2B5EF4-FFF2-40B4-BE49-F238E27FC236}">
                <a16:creationId xmlns:a16="http://schemas.microsoft.com/office/drawing/2014/main" id="{33D49ABD-A3B9-471F-B374-0E3E6FB7462E}"/>
              </a:ext>
            </a:extLst>
          </p:cNvPr>
          <p:cNvSpPr>
            <a:spLocks xmlns:a="http://schemas.openxmlformats.org/drawingml/2006/main" noGrp="1"/>
          </p:cNvSpPr>
          <p:nvPr/>
        </p:nvSpPr>
        <p:spPr>
          <a:xfrm xmlns:a="http://schemas.openxmlformats.org/drawingml/2006/main">
            <a:off x="609600" y="457200"/>
            <a:ext cx="108585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300" b="1">
                <a:solidFill>
                  <a:srgbClr val="ECF6FB"/>
                </a:solidFill>
                <a:latin typeface="DejaVu Sans"/>
                <a:ea typeface="DejaVu Sans"/>
                <a:cs typeface="DejaVu Sans"/>
              </a:defRPr>
            </a:defPPr>
            <a:lvl1pPr>
              <a:defRPr sz="3300" b="1">
                <a:solidFill>
                  <a:srgbClr val="ECF6FB"/>
                </a:solidFill>
                <a:latin typeface="DejaVu Sans"/>
                <a:ea typeface="DejaVu Sans"/>
                <a:cs typeface="DejaVu Sans"/>
              </a:defRPr>
            </a:lvl1pPr>
            <a:lvl2pPr>
              <a:defRPr sz="3300" b="1">
                <a:solidFill>
                  <a:srgbClr val="ECF6FB"/>
                </a:solidFill>
                <a:latin typeface="DejaVu Sans"/>
                <a:ea typeface="DejaVu Sans"/>
                <a:cs typeface="DejaVu Sans"/>
              </a:defRPr>
            </a:lvl2pPr>
            <a:lvl3pPr>
              <a:defRPr sz="3300" b="1">
                <a:solidFill>
                  <a:srgbClr val="ECF6FB"/>
                </a:solidFill>
                <a:latin typeface="DejaVu Sans"/>
                <a:ea typeface="DejaVu Sans"/>
                <a:cs typeface="DejaVu Sans"/>
              </a:defRPr>
            </a:lvl3pPr>
            <a:lvl4pPr>
              <a:defRPr sz="3300" b="1">
                <a:solidFill>
                  <a:srgbClr val="ECF6FB"/>
                </a:solidFill>
                <a:latin typeface="DejaVu Sans"/>
                <a:ea typeface="DejaVu Sans"/>
                <a:cs typeface="DejaVu Sans"/>
              </a:defRPr>
            </a:lvl4pPr>
            <a:lvl5pPr>
              <a:defRPr sz="3300" b="1">
                <a:solidFill>
                  <a:srgbClr val="ECF6FB"/>
                </a:solidFill>
                <a:latin typeface="DejaVu Sans"/>
                <a:ea typeface="DejaVu Sans"/>
                <a:cs typeface="DejaVu Sans"/>
              </a:defRPr>
            </a:lvl5pPr>
            <a:lvl6pPr>
              <a:defRPr sz="3300" b="1">
                <a:solidFill>
                  <a:srgbClr val="ECF6FB"/>
                </a:solidFill>
                <a:latin typeface="DejaVu Sans"/>
                <a:ea typeface="DejaVu Sans"/>
                <a:cs typeface="DejaVu Sans"/>
              </a:defRPr>
            </a:lvl6pPr>
            <a:lvl7pPr>
              <a:defRPr sz="3300" b="1">
                <a:solidFill>
                  <a:srgbClr val="ECF6FB"/>
                </a:solidFill>
                <a:latin typeface="DejaVu Sans"/>
                <a:ea typeface="DejaVu Sans"/>
                <a:cs typeface="DejaVu Sans"/>
              </a:defRPr>
            </a:lvl7pPr>
            <a:lvl8pPr>
              <a:defRPr sz="3300" b="1">
                <a:solidFill>
                  <a:srgbClr val="ECF6FB"/>
                </a:solidFill>
                <a:latin typeface="DejaVu Sans"/>
                <a:ea typeface="DejaVu Sans"/>
                <a:cs typeface="DejaVu Sans"/>
              </a:defRPr>
            </a:lvl8pPr>
            <a:lvl9pPr>
              <a:defRPr sz="3300" b="1">
                <a:solidFill>
                  <a:srgbClr val="ECF6FB"/>
                </a:solidFill>
                <a:latin typeface="DejaVu Sans"/>
                <a:ea typeface="DejaVu Sans"/>
                <a:cs typeface="DejaVu Sans"/>
              </a:defRPr>
            </a:lvl9pPr>
          </a:lstStyle>
          <a:p xmlns:a="http://schemas.openxmlformats.org/drawingml/2006/main">
            <a:pPr>
              <a:defRPr sz="3300" b="1">
                <a:solidFill>
                  <a:srgbClr val="ECF6FB"/>
                </a:solidFill>
                <a:latin typeface="DejaVu Sans"/>
                <a:ea typeface="DejaVu Sans"/>
                <a:cs typeface="DejaVu Sans"/>
              </a:defRPr>
            </a:pPr>
            <a:r>
              <a:rPr sz="3300" b="1">
                <a:solidFill>
                  <a:srgbClr val="ECF6FB"/>
                </a:solidFill>
                <a:latin typeface="DejaVu Sans"/>
                <a:ea typeface="DejaVu Sans"/>
                <a:cs typeface="DejaVu Sans"/>
              </a:rPr>
              <a:t>Release status and next validation</a:t>
            </a:r>
          </a:p>
        </p:txBody>
      </p:sp>
      <p:sp>
        <p:nvSpPr>
          <p:cNvPr id="2" name="text-1">
            <a:extLst xmlns:a="http://schemas.openxmlformats.org/drawingml/2006/main">
              <a:ext uri="{FF2B5EF4-FFF2-40B4-BE49-F238E27FC236}">
                <a16:creationId xmlns:a16="http://schemas.microsoft.com/office/drawing/2014/main" id="{56E93892-BB59-411D-B475-0A62ED99A3DA}"/>
              </a:ext>
            </a:extLst>
          </p:cNvPr>
          <p:cNvSpPr>
            <a:spLocks xmlns:a="http://schemas.openxmlformats.org/drawingml/2006/main" noGrp="1"/>
          </p:cNvSpPr>
          <p:nvPr/>
        </p:nvSpPr>
        <p:spPr>
          <a:xfrm xmlns:a="http://schemas.openxmlformats.org/drawingml/2006/main">
            <a:off x="11144250" y="6305550"/>
            <a:ext cx="476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350" b="0">
                <a:solidFill>
                  <a:srgbClr val="A3B8C6"/>
                </a:solidFill>
                <a:latin typeface="DejaVu Sans"/>
                <a:ea typeface="DejaVu Sans"/>
                <a:cs typeface="DejaVu Sans"/>
              </a:defRPr>
            </a:defPPr>
            <a:lvl1pPr>
              <a:defRPr sz="1350" b="0">
                <a:solidFill>
                  <a:srgbClr val="A3B8C6"/>
                </a:solidFill>
                <a:latin typeface="DejaVu Sans"/>
                <a:ea typeface="DejaVu Sans"/>
                <a:cs typeface="DejaVu Sans"/>
              </a:defRPr>
            </a:lvl1pPr>
            <a:lvl2pPr>
              <a:defRPr sz="1350" b="0">
                <a:solidFill>
                  <a:srgbClr val="A3B8C6"/>
                </a:solidFill>
                <a:latin typeface="DejaVu Sans"/>
                <a:ea typeface="DejaVu Sans"/>
                <a:cs typeface="DejaVu Sans"/>
              </a:defRPr>
            </a:lvl2pPr>
            <a:lvl3pPr>
              <a:defRPr sz="1350" b="0">
                <a:solidFill>
                  <a:srgbClr val="A3B8C6"/>
                </a:solidFill>
                <a:latin typeface="DejaVu Sans"/>
                <a:ea typeface="DejaVu Sans"/>
                <a:cs typeface="DejaVu Sans"/>
              </a:defRPr>
            </a:lvl3pPr>
            <a:lvl4pPr>
              <a:defRPr sz="1350" b="0">
                <a:solidFill>
                  <a:srgbClr val="A3B8C6"/>
                </a:solidFill>
                <a:latin typeface="DejaVu Sans"/>
                <a:ea typeface="DejaVu Sans"/>
                <a:cs typeface="DejaVu Sans"/>
              </a:defRPr>
            </a:lvl4pPr>
            <a:lvl5pPr>
              <a:defRPr sz="1350" b="0">
                <a:solidFill>
                  <a:srgbClr val="A3B8C6"/>
                </a:solidFill>
                <a:latin typeface="DejaVu Sans"/>
                <a:ea typeface="DejaVu Sans"/>
                <a:cs typeface="DejaVu Sans"/>
              </a:defRPr>
            </a:lvl5pPr>
            <a:lvl6pPr>
              <a:defRPr sz="1350" b="0">
                <a:solidFill>
                  <a:srgbClr val="A3B8C6"/>
                </a:solidFill>
                <a:latin typeface="DejaVu Sans"/>
                <a:ea typeface="DejaVu Sans"/>
                <a:cs typeface="DejaVu Sans"/>
              </a:defRPr>
            </a:lvl6pPr>
            <a:lvl7pPr>
              <a:defRPr sz="1350" b="0">
                <a:solidFill>
                  <a:srgbClr val="A3B8C6"/>
                </a:solidFill>
                <a:latin typeface="DejaVu Sans"/>
                <a:ea typeface="DejaVu Sans"/>
                <a:cs typeface="DejaVu Sans"/>
              </a:defRPr>
            </a:lvl7pPr>
            <a:lvl8pPr>
              <a:defRPr sz="1350" b="0">
                <a:solidFill>
                  <a:srgbClr val="A3B8C6"/>
                </a:solidFill>
                <a:latin typeface="DejaVu Sans"/>
                <a:ea typeface="DejaVu Sans"/>
                <a:cs typeface="DejaVu Sans"/>
              </a:defRPr>
            </a:lvl8pPr>
            <a:lvl9pPr>
              <a:defRPr sz="1350" b="0">
                <a:solidFill>
                  <a:srgbClr val="A3B8C6"/>
                </a:solidFill>
                <a:latin typeface="DejaVu Sans"/>
                <a:ea typeface="DejaVu Sans"/>
                <a:cs typeface="DejaVu Sans"/>
              </a:defRPr>
            </a:lvl9pPr>
          </a:lstStyle>
          <a:p xmlns:a="http://schemas.openxmlformats.org/drawingml/2006/main">
            <a:pPr>
              <a:defRPr sz="1350" b="0">
                <a:solidFill>
                  <a:srgbClr val="A3B8C6"/>
                </a:solidFill>
                <a:latin typeface="DejaVu Sans"/>
                <a:ea typeface="DejaVu Sans"/>
                <a:cs typeface="DejaVu Sans"/>
              </a:defRPr>
            </a:pPr>
            <a:r>
              <a:rPr sz="1350" b="0">
                <a:solidFill>
                  <a:srgbClr val="A3B8C6"/>
                </a:solidFill>
                <a:latin typeface="DejaVu Sans"/>
                <a:ea typeface="DejaVu Sans"/>
                <a:cs typeface="DejaVu Sans"/>
              </a:rPr>
              <a:t>09</a:t>
            </a:r>
          </a:p>
        </p:txBody>
      </p:sp>
      <p:sp>
        <p:nvSpPr>
          <p:cNvPr id="3" name="text-2">
            <a:extLst xmlns:a="http://schemas.openxmlformats.org/drawingml/2006/main">
              <a:ext uri="{FF2B5EF4-FFF2-40B4-BE49-F238E27FC236}">
                <a16:creationId xmlns:a16="http://schemas.microsoft.com/office/drawing/2014/main" id="{0C535C1A-1438-4549-B1EA-3E94FD4FE09A}"/>
              </a:ext>
            </a:extLst>
          </p:cNvPr>
          <p:cNvSpPr>
            <a:spLocks xmlns:a="http://schemas.openxmlformats.org/drawingml/2006/main" noGrp="1"/>
          </p:cNvSpPr>
          <p:nvPr/>
        </p:nvSpPr>
        <p:spPr>
          <a:xfrm xmlns:a="http://schemas.openxmlformats.org/drawingml/2006/main">
            <a:off x="609600" y="1695450"/>
            <a:ext cx="104775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000" b="1">
                <a:solidFill>
                  <a:srgbClr val="55D6BA"/>
                </a:solidFill>
                <a:latin typeface="DejaVu Sans"/>
                <a:ea typeface="DejaVu Sans"/>
                <a:cs typeface="DejaVu Sans"/>
              </a:defRPr>
            </a:defPPr>
            <a:lvl1pPr>
              <a:defRPr sz="3000" b="1">
                <a:solidFill>
                  <a:srgbClr val="55D6BA"/>
                </a:solidFill>
                <a:latin typeface="DejaVu Sans"/>
                <a:ea typeface="DejaVu Sans"/>
                <a:cs typeface="DejaVu Sans"/>
              </a:defRPr>
            </a:lvl1pPr>
            <a:lvl2pPr>
              <a:defRPr sz="3000" b="1">
                <a:solidFill>
                  <a:srgbClr val="55D6BA"/>
                </a:solidFill>
                <a:latin typeface="DejaVu Sans"/>
                <a:ea typeface="DejaVu Sans"/>
                <a:cs typeface="DejaVu Sans"/>
              </a:defRPr>
            </a:lvl2pPr>
            <a:lvl3pPr>
              <a:defRPr sz="3000" b="1">
                <a:solidFill>
                  <a:srgbClr val="55D6BA"/>
                </a:solidFill>
                <a:latin typeface="DejaVu Sans"/>
                <a:ea typeface="DejaVu Sans"/>
                <a:cs typeface="DejaVu Sans"/>
              </a:defRPr>
            </a:lvl3pPr>
            <a:lvl4pPr>
              <a:defRPr sz="3000" b="1">
                <a:solidFill>
                  <a:srgbClr val="55D6BA"/>
                </a:solidFill>
                <a:latin typeface="DejaVu Sans"/>
                <a:ea typeface="DejaVu Sans"/>
                <a:cs typeface="DejaVu Sans"/>
              </a:defRPr>
            </a:lvl4pPr>
            <a:lvl5pPr>
              <a:defRPr sz="3000" b="1">
                <a:solidFill>
                  <a:srgbClr val="55D6BA"/>
                </a:solidFill>
                <a:latin typeface="DejaVu Sans"/>
                <a:ea typeface="DejaVu Sans"/>
                <a:cs typeface="DejaVu Sans"/>
              </a:defRPr>
            </a:lvl5pPr>
            <a:lvl6pPr>
              <a:defRPr sz="3000" b="1">
                <a:solidFill>
                  <a:srgbClr val="55D6BA"/>
                </a:solidFill>
                <a:latin typeface="DejaVu Sans"/>
                <a:ea typeface="DejaVu Sans"/>
                <a:cs typeface="DejaVu Sans"/>
              </a:defRPr>
            </a:lvl6pPr>
            <a:lvl7pPr>
              <a:defRPr sz="3000" b="1">
                <a:solidFill>
                  <a:srgbClr val="55D6BA"/>
                </a:solidFill>
                <a:latin typeface="DejaVu Sans"/>
                <a:ea typeface="DejaVu Sans"/>
                <a:cs typeface="DejaVu Sans"/>
              </a:defRPr>
            </a:lvl7pPr>
            <a:lvl8pPr>
              <a:defRPr sz="3000" b="1">
                <a:solidFill>
                  <a:srgbClr val="55D6BA"/>
                </a:solidFill>
                <a:latin typeface="DejaVu Sans"/>
                <a:ea typeface="DejaVu Sans"/>
                <a:cs typeface="DejaVu Sans"/>
              </a:defRPr>
            </a:lvl8pPr>
            <a:lvl9pPr>
              <a:defRPr sz="3000" b="1">
                <a:solidFill>
                  <a:srgbClr val="55D6BA"/>
                </a:solidFill>
                <a:latin typeface="DejaVu Sans"/>
                <a:ea typeface="DejaVu Sans"/>
                <a:cs typeface="DejaVu Sans"/>
              </a:defRPr>
            </a:lvl9pPr>
          </a:lstStyle>
          <a:p xmlns:a="http://schemas.openxmlformats.org/drawingml/2006/main">
            <a:pPr>
              <a:defRPr sz="3000" b="1">
                <a:solidFill>
                  <a:srgbClr val="55D6BA"/>
                </a:solidFill>
                <a:latin typeface="DejaVu Sans"/>
                <a:ea typeface="DejaVu Sans"/>
                <a:cs typeface="DejaVu Sans"/>
              </a:defRPr>
            </a:pPr>
            <a:r>
              <a:rPr sz="3000" b="1">
                <a:solidFill>
                  <a:srgbClr val="55D6BA"/>
                </a:solidFill>
                <a:latin typeface="DejaVu Sans"/>
                <a:ea typeface="DejaVu Sans"/>
                <a:cs typeface="DejaVu Sans"/>
              </a:rPr>
              <a:t>130 backend tests passed</a:t>
            </a:r>
          </a:p>
        </p:txBody>
      </p:sp>
      <p:sp>
        <p:nvSpPr>
          <p:cNvPr id="4" name="text-3">
            <a:extLst xmlns:a="http://schemas.openxmlformats.org/drawingml/2006/main">
              <a:ext uri="{FF2B5EF4-FFF2-40B4-BE49-F238E27FC236}">
                <a16:creationId xmlns:a16="http://schemas.microsoft.com/office/drawing/2014/main" id="{FD924C88-DD17-49F0-B061-E7C6ABDD97FA}"/>
              </a:ext>
            </a:extLst>
          </p:cNvPr>
          <p:cNvSpPr>
            <a:spLocks xmlns:a="http://schemas.openxmlformats.org/drawingml/2006/main" noGrp="1"/>
          </p:cNvSpPr>
          <p:nvPr/>
        </p:nvSpPr>
        <p:spPr>
          <a:xfrm xmlns:a="http://schemas.openxmlformats.org/drawingml/2006/main">
            <a:off x="609600" y="2657475"/>
            <a:ext cx="10572750" cy="1190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100" b="0">
                <a:solidFill>
                  <a:srgbClr val="ECF6FB"/>
                </a:solidFill>
                <a:latin typeface="DejaVu Sans"/>
                <a:ea typeface="DejaVu Sans"/>
                <a:cs typeface="DejaVu Sans"/>
              </a:defRPr>
            </a:defPPr>
            <a:lvl1pPr>
              <a:defRPr sz="2100" b="0">
                <a:solidFill>
                  <a:srgbClr val="ECF6FB"/>
                </a:solidFill>
                <a:latin typeface="DejaVu Sans"/>
                <a:ea typeface="DejaVu Sans"/>
                <a:cs typeface="DejaVu Sans"/>
              </a:defRPr>
            </a:lvl1pPr>
            <a:lvl2pPr>
              <a:defRPr sz="2100" b="0">
                <a:solidFill>
                  <a:srgbClr val="ECF6FB"/>
                </a:solidFill>
                <a:latin typeface="DejaVu Sans"/>
                <a:ea typeface="DejaVu Sans"/>
                <a:cs typeface="DejaVu Sans"/>
              </a:defRPr>
            </a:lvl2pPr>
            <a:lvl3pPr>
              <a:defRPr sz="2100" b="0">
                <a:solidFill>
                  <a:srgbClr val="ECF6FB"/>
                </a:solidFill>
                <a:latin typeface="DejaVu Sans"/>
                <a:ea typeface="DejaVu Sans"/>
                <a:cs typeface="DejaVu Sans"/>
              </a:defRPr>
            </a:lvl3pPr>
            <a:lvl4pPr>
              <a:defRPr sz="2100" b="0">
                <a:solidFill>
                  <a:srgbClr val="ECF6FB"/>
                </a:solidFill>
                <a:latin typeface="DejaVu Sans"/>
                <a:ea typeface="DejaVu Sans"/>
                <a:cs typeface="DejaVu Sans"/>
              </a:defRPr>
            </a:lvl4pPr>
            <a:lvl5pPr>
              <a:defRPr sz="2100" b="0">
                <a:solidFill>
                  <a:srgbClr val="ECF6FB"/>
                </a:solidFill>
                <a:latin typeface="DejaVu Sans"/>
                <a:ea typeface="DejaVu Sans"/>
                <a:cs typeface="DejaVu Sans"/>
              </a:defRPr>
            </a:lvl5pPr>
            <a:lvl6pPr>
              <a:defRPr sz="2100" b="0">
                <a:solidFill>
                  <a:srgbClr val="ECF6FB"/>
                </a:solidFill>
                <a:latin typeface="DejaVu Sans"/>
                <a:ea typeface="DejaVu Sans"/>
                <a:cs typeface="DejaVu Sans"/>
              </a:defRPr>
            </a:lvl6pPr>
            <a:lvl7pPr>
              <a:defRPr sz="2100" b="0">
                <a:solidFill>
                  <a:srgbClr val="ECF6FB"/>
                </a:solidFill>
                <a:latin typeface="DejaVu Sans"/>
                <a:ea typeface="DejaVu Sans"/>
                <a:cs typeface="DejaVu Sans"/>
              </a:defRPr>
            </a:lvl7pPr>
            <a:lvl8pPr>
              <a:defRPr sz="2100" b="0">
                <a:solidFill>
                  <a:srgbClr val="ECF6FB"/>
                </a:solidFill>
                <a:latin typeface="DejaVu Sans"/>
                <a:ea typeface="DejaVu Sans"/>
                <a:cs typeface="DejaVu Sans"/>
              </a:defRPr>
            </a:lvl8pPr>
            <a:lvl9pPr>
              <a:defRPr sz="2100" b="0">
                <a:solidFill>
                  <a:srgbClr val="ECF6FB"/>
                </a:solidFill>
                <a:latin typeface="DejaVu Sans"/>
                <a:ea typeface="DejaVu Sans"/>
                <a:cs typeface="DejaVu Sans"/>
              </a:defRPr>
            </a:lvl9pPr>
          </a:lstStyle>
          <a:p xmlns:a="http://schemas.openxmlformats.org/drawingml/2006/main">
            <a:pPr>
              <a:defRPr sz="2100" b="0">
                <a:solidFill>
                  <a:srgbClr val="ECF6FB"/>
                </a:solidFill>
                <a:latin typeface="DejaVu Sans"/>
                <a:ea typeface="DejaVu Sans"/>
                <a:cs typeface="DejaVu Sans"/>
              </a:defRPr>
            </a:pPr>
            <a:r>
              <a:rPr sz="2100" b="0">
                <a:solidFill>
                  <a:srgbClr val="ECF6FB"/>
                </a:solidFill>
                <a:latin typeface="DejaVu Sans"/>
                <a:ea typeface="DejaVu Sans"/>
                <a:cs typeface="DejaVu Sans"/>
              </a:rPr>
              <a:t>Production Next.js build and native browser journeys verified</a:t>
            </a:r>
          </a:p>
          <a:p xmlns:a="http://schemas.openxmlformats.org/drawingml/2006/main">
            <a:pPr>
              <a:defRPr sz="2100" b="0">
                <a:solidFill>
                  <a:srgbClr val="ECF6FB"/>
                </a:solidFill>
                <a:latin typeface="DejaVu Sans"/>
                <a:ea typeface="DejaVu Sans"/>
                <a:cs typeface="DejaVu Sans"/>
              </a:defRPr>
            </a:pPr>
            <a:r>
              <a:rPr sz="2100" b="0">
                <a:solidFill>
                  <a:srgbClr val="ECF6FB"/>
                </a:solidFill>
                <a:latin typeface="DejaVu Sans"/>
                <a:ea typeface="DejaVu Sans"/>
                <a:cs typeface="DejaVu Sans"/>
              </a:rPr>
              <a:t>Original 300-case corpus reproduced, plus 96 frozen challenge cases</a:t>
            </a:r>
          </a:p>
        </p:txBody>
      </p:sp>
      <p:sp>
        <p:nvSpPr>
          <p:cNvPr id="5" name="text-4">
            <a:extLst xmlns:a="http://schemas.openxmlformats.org/drawingml/2006/main">
              <a:ext uri="{FF2B5EF4-FFF2-40B4-BE49-F238E27FC236}">
                <a16:creationId xmlns:a16="http://schemas.microsoft.com/office/drawing/2014/main" id="{CA356249-D8CF-4151-8E3A-11C5C0490A7D}"/>
              </a:ext>
            </a:extLst>
          </p:cNvPr>
          <p:cNvSpPr>
            <a:spLocks xmlns:a="http://schemas.openxmlformats.org/drawingml/2006/main" noGrp="1"/>
          </p:cNvSpPr>
          <p:nvPr/>
        </p:nvSpPr>
        <p:spPr>
          <a:xfrm xmlns:a="http://schemas.openxmlformats.org/drawingml/2006/main">
            <a:off x="609600" y="4324350"/>
            <a:ext cx="10668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475" b="1">
                <a:solidFill>
                  <a:srgbClr val="55D6BA"/>
                </a:solidFill>
                <a:latin typeface="DejaVu Sans"/>
                <a:ea typeface="DejaVu Sans"/>
                <a:cs typeface="DejaVu Sans"/>
              </a:defRPr>
            </a:defPPr>
            <a:lvl1pPr>
              <a:defRPr sz="2475" b="1">
                <a:solidFill>
                  <a:srgbClr val="55D6BA"/>
                </a:solidFill>
                <a:latin typeface="DejaVu Sans"/>
                <a:ea typeface="DejaVu Sans"/>
                <a:cs typeface="DejaVu Sans"/>
              </a:defRPr>
            </a:lvl1pPr>
            <a:lvl2pPr>
              <a:defRPr sz="2475" b="1">
                <a:solidFill>
                  <a:srgbClr val="55D6BA"/>
                </a:solidFill>
                <a:latin typeface="DejaVu Sans"/>
                <a:ea typeface="DejaVu Sans"/>
                <a:cs typeface="DejaVu Sans"/>
              </a:defRPr>
            </a:lvl2pPr>
            <a:lvl3pPr>
              <a:defRPr sz="2475" b="1">
                <a:solidFill>
                  <a:srgbClr val="55D6BA"/>
                </a:solidFill>
                <a:latin typeface="DejaVu Sans"/>
                <a:ea typeface="DejaVu Sans"/>
                <a:cs typeface="DejaVu Sans"/>
              </a:defRPr>
            </a:lvl3pPr>
            <a:lvl4pPr>
              <a:defRPr sz="2475" b="1">
                <a:solidFill>
                  <a:srgbClr val="55D6BA"/>
                </a:solidFill>
                <a:latin typeface="DejaVu Sans"/>
                <a:ea typeface="DejaVu Sans"/>
                <a:cs typeface="DejaVu Sans"/>
              </a:defRPr>
            </a:lvl4pPr>
            <a:lvl5pPr>
              <a:defRPr sz="2475" b="1">
                <a:solidFill>
                  <a:srgbClr val="55D6BA"/>
                </a:solidFill>
                <a:latin typeface="DejaVu Sans"/>
                <a:ea typeface="DejaVu Sans"/>
                <a:cs typeface="DejaVu Sans"/>
              </a:defRPr>
            </a:lvl5pPr>
            <a:lvl6pPr>
              <a:defRPr sz="2475" b="1">
                <a:solidFill>
                  <a:srgbClr val="55D6BA"/>
                </a:solidFill>
                <a:latin typeface="DejaVu Sans"/>
                <a:ea typeface="DejaVu Sans"/>
                <a:cs typeface="DejaVu Sans"/>
              </a:defRPr>
            </a:lvl6pPr>
            <a:lvl7pPr>
              <a:defRPr sz="2475" b="1">
                <a:solidFill>
                  <a:srgbClr val="55D6BA"/>
                </a:solidFill>
                <a:latin typeface="DejaVu Sans"/>
                <a:ea typeface="DejaVu Sans"/>
                <a:cs typeface="DejaVu Sans"/>
              </a:defRPr>
            </a:lvl7pPr>
            <a:lvl8pPr>
              <a:defRPr sz="2475" b="1">
                <a:solidFill>
                  <a:srgbClr val="55D6BA"/>
                </a:solidFill>
                <a:latin typeface="DejaVu Sans"/>
                <a:ea typeface="DejaVu Sans"/>
                <a:cs typeface="DejaVu Sans"/>
              </a:defRPr>
            </a:lvl8pPr>
            <a:lvl9pPr>
              <a:defRPr sz="2475" b="1">
                <a:solidFill>
                  <a:srgbClr val="55D6BA"/>
                </a:solidFill>
                <a:latin typeface="DejaVu Sans"/>
                <a:ea typeface="DejaVu Sans"/>
                <a:cs typeface="DejaVu Sans"/>
              </a:defRPr>
            </a:lvl9pPr>
          </a:lstStyle>
          <a:p xmlns:a="http://schemas.openxmlformats.org/drawingml/2006/main">
            <a:pPr>
              <a:defRPr sz="2475" b="1">
                <a:solidFill>
                  <a:srgbClr val="55D6BA"/>
                </a:solidFill>
                <a:latin typeface="DejaVu Sans"/>
                <a:ea typeface="DejaVu Sans"/>
                <a:cs typeface="DejaVu Sans"/>
              </a:defRPr>
            </a:pPr>
            <a:r>
              <a:rPr sz="2475" b="1">
                <a:solidFill>
                  <a:srgbClr val="55D6BA"/>
                </a:solidFill>
                <a:latin typeface="DejaVu Sans"/>
                <a:ea typeface="DejaVu Sans"/>
                <a:cs typeface="DejaVu Sans"/>
              </a:rPr>
              <a:t>READY FOR LOCAL SIMULATION DEMO</a:t>
            </a:r>
          </a:p>
        </p:txBody>
      </p:sp>
      <p:sp>
        <p:nvSpPr>
          <p:cNvPr id="6" name="text-5">
            <a:extLst xmlns:a="http://schemas.openxmlformats.org/drawingml/2006/main">
              <a:ext uri="{FF2B5EF4-FFF2-40B4-BE49-F238E27FC236}">
                <a16:creationId xmlns:a16="http://schemas.microsoft.com/office/drawing/2014/main" id="{79482AF9-E259-4D4E-9891-09C2F0D7867C}"/>
              </a:ext>
            </a:extLst>
          </p:cNvPr>
          <p:cNvSpPr>
            <a:spLocks xmlns:a="http://schemas.openxmlformats.org/drawingml/2006/main" noGrp="1"/>
          </p:cNvSpPr>
          <p:nvPr/>
        </p:nvSpPr>
        <p:spPr>
          <a:xfrm xmlns:a="http://schemas.openxmlformats.org/drawingml/2006/main">
            <a:off x="609600" y="5000625"/>
            <a:ext cx="106680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100" b="0">
                <a:solidFill>
                  <a:srgbClr val="F4C585"/>
                </a:solidFill>
                <a:latin typeface="DejaVu Sans"/>
                <a:ea typeface="DejaVu Sans"/>
                <a:cs typeface="DejaVu Sans"/>
              </a:defRPr>
            </a:defPPr>
            <a:lvl1pPr>
              <a:defRPr sz="2100" b="0">
                <a:solidFill>
                  <a:srgbClr val="F4C585"/>
                </a:solidFill>
                <a:latin typeface="DejaVu Sans"/>
                <a:ea typeface="DejaVu Sans"/>
                <a:cs typeface="DejaVu Sans"/>
              </a:defRPr>
            </a:lvl1pPr>
            <a:lvl2pPr>
              <a:defRPr sz="2100" b="0">
                <a:solidFill>
                  <a:srgbClr val="F4C585"/>
                </a:solidFill>
                <a:latin typeface="DejaVu Sans"/>
                <a:ea typeface="DejaVu Sans"/>
                <a:cs typeface="DejaVu Sans"/>
              </a:defRPr>
            </a:lvl2pPr>
            <a:lvl3pPr>
              <a:defRPr sz="2100" b="0">
                <a:solidFill>
                  <a:srgbClr val="F4C585"/>
                </a:solidFill>
                <a:latin typeface="DejaVu Sans"/>
                <a:ea typeface="DejaVu Sans"/>
                <a:cs typeface="DejaVu Sans"/>
              </a:defRPr>
            </a:lvl3pPr>
            <a:lvl4pPr>
              <a:defRPr sz="2100" b="0">
                <a:solidFill>
                  <a:srgbClr val="F4C585"/>
                </a:solidFill>
                <a:latin typeface="DejaVu Sans"/>
                <a:ea typeface="DejaVu Sans"/>
                <a:cs typeface="DejaVu Sans"/>
              </a:defRPr>
            </a:lvl4pPr>
            <a:lvl5pPr>
              <a:defRPr sz="2100" b="0">
                <a:solidFill>
                  <a:srgbClr val="F4C585"/>
                </a:solidFill>
                <a:latin typeface="DejaVu Sans"/>
                <a:ea typeface="DejaVu Sans"/>
                <a:cs typeface="DejaVu Sans"/>
              </a:defRPr>
            </a:lvl5pPr>
            <a:lvl6pPr>
              <a:defRPr sz="2100" b="0">
                <a:solidFill>
                  <a:srgbClr val="F4C585"/>
                </a:solidFill>
                <a:latin typeface="DejaVu Sans"/>
                <a:ea typeface="DejaVu Sans"/>
                <a:cs typeface="DejaVu Sans"/>
              </a:defRPr>
            </a:lvl6pPr>
            <a:lvl7pPr>
              <a:defRPr sz="2100" b="0">
                <a:solidFill>
                  <a:srgbClr val="F4C585"/>
                </a:solidFill>
                <a:latin typeface="DejaVu Sans"/>
                <a:ea typeface="DejaVu Sans"/>
                <a:cs typeface="DejaVu Sans"/>
              </a:defRPr>
            </a:lvl7pPr>
            <a:lvl8pPr>
              <a:defRPr sz="2100" b="0">
                <a:solidFill>
                  <a:srgbClr val="F4C585"/>
                </a:solidFill>
                <a:latin typeface="DejaVu Sans"/>
                <a:ea typeface="DejaVu Sans"/>
                <a:cs typeface="DejaVu Sans"/>
              </a:defRPr>
            </a:lvl8pPr>
            <a:lvl9pPr>
              <a:defRPr sz="2100" b="0">
                <a:solidFill>
                  <a:srgbClr val="F4C585"/>
                </a:solidFill>
                <a:latin typeface="DejaVu Sans"/>
                <a:ea typeface="DejaVu Sans"/>
                <a:cs typeface="DejaVu Sans"/>
              </a:defRPr>
            </a:lvl9pPr>
          </a:lstStyle>
          <a:p xmlns:a="http://schemas.openxmlformats.org/drawingml/2006/main">
            <a:pPr>
              <a:defRPr sz="2100" b="0">
                <a:solidFill>
                  <a:srgbClr val="F4C585"/>
                </a:solidFill>
                <a:latin typeface="DejaVu Sans"/>
                <a:ea typeface="DejaVu Sans"/>
                <a:cs typeface="DejaVu Sans"/>
              </a:defRPr>
            </a:pPr>
            <a:r>
              <a:rPr sz="2100" b="0">
                <a:solidFill>
                  <a:srgbClr val="F4C585"/>
                </a:solidFill>
                <a:latin typeface="DejaVu Sans"/>
                <a:ea typeface="DejaVu Sans"/>
                <a:cs typeface="DejaVu Sans"/>
              </a:rPr>
              <a:t>Production finance and unqualified live-agent claims remain unready.</a:t>
            </a:r>
          </a:p>
        </p:txBody>
      </p:sp>
    </p:spTree>
    <p:extLst>
      <p:ext uri="{BB962C8B-B14F-4D97-AF65-F5344CB8AC3E}">
        <p14:creationId xmlns:p14="http://schemas.microsoft.com/office/powerpoint/2010/main" val="85165907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2026-10-19T20:09:44.7710000Z</dcterms:created>
  <dcterms:modified xsi:type="dcterms:W3CDTF">2026-10-19T20:09:44.7710000Z</dcterms:modified>
</coreProperties>
</file>